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797675" cy="9872663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EA55958-4A21-4AFA-970C-5CB1921FCDDF}">
          <p14:sldIdLst>
            <p14:sldId id="256"/>
            <p14:sldId id="257"/>
            <p14:sldId id="258"/>
            <p14:sldId id="259"/>
            <p14:sldId id="260"/>
          </p14:sldIdLst>
        </p14:section>
        <p14:section name="HQ Campaign Input Details (not in MP)" id="{61796FB3-9A86-405F-90DE-411BBA78A815}">
          <p14:sldIdLst/>
        </p14:section>
        <p14:section name="Templates" id="{711BA02E-47FA-45FF-9E84-1865A9C3995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BCF200-8E5E-9624-81FC-4B3A6F62C0F4}" name="pramos@neoortho.com.br" initials="pr" userId="S::urn:spo:guest#pramos@neoortho.com.br::" providerId="AD"/>
  <p188:author id="{25CDC512-FE29-6066-1945-C0815F6DA5D3}" name="Simone Vieweg" initials="" userId="S::simone@lgrpresentations.com::2183864e-6c96-4d6f-ad7c-c2e6bb0eca66" providerId="AD"/>
  <p188:author id="{50484418-643C-0E6F-066A-9D5E1853BBAA}" name="Fabian Hildbrand" initials="FH" userId="S::Fabian.Hildbrand@medartis.com::20e70674-fdf9-4b65-a1af-2c30ce7f85eb" providerId="AD"/>
  <p188:author id="{AB3CF232-A60E-5A43-9B64-71B29B8B749C}" name="Pablo Aguilera" initials="PA" userId="db940b4f38aa34a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BE5C"/>
    <a:srgbClr val="DFECF9"/>
    <a:srgbClr val="FFFFFF"/>
    <a:srgbClr val="747474"/>
    <a:srgbClr val="BBD7F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ela Woinarovicz Ramos" userId="774f5858-d545-4a70-ae0b-d81f14658ce2" providerId="ADAL" clId="{C36B8934-6286-4C19-88E5-302AC06836D9}"/>
    <pc:docChg chg="addSld modSection">
      <pc:chgData name="Pamela Woinarovicz Ramos" userId="774f5858-d545-4a70-ae0b-d81f14658ce2" providerId="ADAL" clId="{C36B8934-6286-4C19-88E5-302AC06836D9}" dt="2026-07-15T12:59:31.990" v="4" actId="680"/>
      <pc:docMkLst>
        <pc:docMk/>
      </pc:docMkLst>
      <pc:sldChg chg="new">
        <pc:chgData name="Pamela Woinarovicz Ramos" userId="774f5858-d545-4a70-ae0b-d81f14658ce2" providerId="ADAL" clId="{C36B8934-6286-4C19-88E5-302AC06836D9}" dt="2026-07-15T12:59:17.275" v="0" actId="680"/>
        <pc:sldMkLst>
          <pc:docMk/>
          <pc:sldMk cId="775673007" sldId="256"/>
        </pc:sldMkLst>
      </pc:sldChg>
      <pc:sldChg chg="new">
        <pc:chgData name="Pamela Woinarovicz Ramos" userId="774f5858-d545-4a70-ae0b-d81f14658ce2" providerId="ADAL" clId="{C36B8934-6286-4C19-88E5-302AC06836D9}" dt="2026-07-15T12:59:20.102" v="1" actId="680"/>
        <pc:sldMkLst>
          <pc:docMk/>
          <pc:sldMk cId="225731206" sldId="257"/>
        </pc:sldMkLst>
      </pc:sldChg>
      <pc:sldChg chg="new">
        <pc:chgData name="Pamela Woinarovicz Ramos" userId="774f5858-d545-4a70-ae0b-d81f14658ce2" providerId="ADAL" clId="{C36B8934-6286-4C19-88E5-302AC06836D9}" dt="2026-07-15T12:59:22.477" v="2" actId="680"/>
        <pc:sldMkLst>
          <pc:docMk/>
          <pc:sldMk cId="2758395879" sldId="258"/>
        </pc:sldMkLst>
      </pc:sldChg>
      <pc:sldChg chg="new">
        <pc:chgData name="Pamela Woinarovicz Ramos" userId="774f5858-d545-4a70-ae0b-d81f14658ce2" providerId="ADAL" clId="{C36B8934-6286-4C19-88E5-302AC06836D9}" dt="2026-07-15T12:59:28.093" v="3" actId="680"/>
        <pc:sldMkLst>
          <pc:docMk/>
          <pc:sldMk cId="1206543869" sldId="259"/>
        </pc:sldMkLst>
      </pc:sldChg>
      <pc:sldChg chg="new">
        <pc:chgData name="Pamela Woinarovicz Ramos" userId="774f5858-d545-4a70-ae0b-d81f14658ce2" providerId="ADAL" clId="{C36B8934-6286-4C19-88E5-302AC06836D9}" dt="2026-07-15T12:59:31.990" v="4" actId="680"/>
        <pc:sldMkLst>
          <pc:docMk/>
          <pc:sldMk cId="5776926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4A21E-71BE-4A49-A6A2-11C54FF93673}" type="datetimeFigureOut">
              <a:rPr lang="en-ES" smtClean="0"/>
              <a:t>07/15/2026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616EC-D87C-E544-95EF-A518AD61170A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5110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hyperlink" Target="https://vimeo.com/medartis/videos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5.svg"/><Relationship Id="rId18" Type="http://schemas.openxmlformats.org/officeDocument/2006/relationships/hyperlink" Target="https://www.linkedin.com/company/412013/" TargetMode="External"/><Relationship Id="rId3" Type="http://schemas.openxmlformats.org/officeDocument/2006/relationships/image" Target="../media/image17.png"/><Relationship Id="rId21" Type="http://schemas.openxmlformats.org/officeDocument/2006/relationships/hyperlink" Target="https://www.facebook.com/profile.php?id=100057387410760" TargetMode="External"/><Relationship Id="rId7" Type="http://schemas.openxmlformats.org/officeDocument/2006/relationships/image" Target="../media/image21.svg"/><Relationship Id="rId12" Type="http://schemas.openxmlformats.org/officeDocument/2006/relationships/image" Target="../media/image24.png"/><Relationship Id="rId17" Type="http://schemas.openxmlformats.org/officeDocument/2006/relationships/image" Target="../media/image15.svg"/><Relationship Id="rId2" Type="http://schemas.openxmlformats.org/officeDocument/2006/relationships/image" Target="../media/image16.png"/><Relationship Id="rId16" Type="http://schemas.openxmlformats.org/officeDocument/2006/relationships/image" Target="../media/image14.png"/><Relationship Id="rId20" Type="http://schemas.openxmlformats.org/officeDocument/2006/relationships/hyperlink" Target="https://www.youtube.com/@Medartiscom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5.svg"/><Relationship Id="rId5" Type="http://schemas.openxmlformats.org/officeDocument/2006/relationships/image" Target="../media/image19.svg"/><Relationship Id="rId15" Type="http://schemas.openxmlformats.org/officeDocument/2006/relationships/image" Target="../media/image27.svg"/><Relationship Id="rId10" Type="http://schemas.openxmlformats.org/officeDocument/2006/relationships/image" Target="../media/image4.png"/><Relationship Id="rId19" Type="http://schemas.openxmlformats.org/officeDocument/2006/relationships/hyperlink" Target="https://www.instagram.com/medartis_global/" TargetMode="External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90EFF9E-9C8D-9789-5F81-D451A70591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B152A55-A05B-EACD-8601-74434A508F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39901" y="2"/>
            <a:ext cx="10452098" cy="6857999"/>
          </a:xfrm>
          <a:custGeom>
            <a:avLst/>
            <a:gdLst>
              <a:gd name="connsiteX0" fmla="*/ 9698935 w 10452098"/>
              <a:gd name="connsiteY0" fmla="*/ 504065 h 6857999"/>
              <a:gd name="connsiteX1" fmla="*/ 9743154 w 10452098"/>
              <a:gd name="connsiteY1" fmla="*/ 504065 h 6857999"/>
              <a:gd name="connsiteX2" fmla="*/ 9697855 w 10452098"/>
              <a:gd name="connsiteY2" fmla="*/ 554737 h 6857999"/>
              <a:gd name="connsiteX3" fmla="*/ 9664613 w 10452098"/>
              <a:gd name="connsiteY3" fmla="*/ 529932 h 6857999"/>
              <a:gd name="connsiteX4" fmla="*/ 9698935 w 10452098"/>
              <a:gd name="connsiteY4" fmla="*/ 504065 h 6857999"/>
              <a:gd name="connsiteX5" fmla="*/ 9553108 w 10452098"/>
              <a:gd name="connsiteY5" fmla="*/ 452059 h 6857999"/>
              <a:gd name="connsiteX6" fmla="*/ 9597081 w 10452098"/>
              <a:gd name="connsiteY6" fmla="*/ 503277 h 6857999"/>
              <a:gd name="connsiteX7" fmla="*/ 9553108 w 10452098"/>
              <a:gd name="connsiteY7" fmla="*/ 553706 h 6857999"/>
              <a:gd name="connsiteX8" fmla="*/ 9517184 w 10452098"/>
              <a:gd name="connsiteY8" fmla="*/ 503277 h 6857999"/>
              <a:gd name="connsiteX9" fmla="*/ 9553108 w 10452098"/>
              <a:gd name="connsiteY9" fmla="*/ 452059 h 6857999"/>
              <a:gd name="connsiteX10" fmla="*/ 9411815 w 10452098"/>
              <a:gd name="connsiteY10" fmla="*/ 451542 h 6857999"/>
              <a:gd name="connsiteX11" fmla="*/ 9451502 w 10452098"/>
              <a:gd name="connsiteY11" fmla="*/ 492711 h 6857999"/>
              <a:gd name="connsiteX12" fmla="*/ 9372683 w 10452098"/>
              <a:gd name="connsiteY12" fmla="*/ 492711 h 6857999"/>
              <a:gd name="connsiteX13" fmla="*/ 9411815 w 10452098"/>
              <a:gd name="connsiteY13" fmla="*/ 451542 h 6857999"/>
              <a:gd name="connsiteX14" fmla="*/ 10042640 w 10452098"/>
              <a:gd name="connsiteY14" fmla="*/ 439670 h 6857999"/>
              <a:gd name="connsiteX15" fmla="*/ 10042640 w 10452098"/>
              <a:gd name="connsiteY15" fmla="*/ 566365 h 6857999"/>
              <a:gd name="connsiteX16" fmla="*/ 10058182 w 10452098"/>
              <a:gd name="connsiteY16" fmla="*/ 566365 h 6857999"/>
              <a:gd name="connsiteX17" fmla="*/ 10058182 w 10452098"/>
              <a:gd name="connsiteY17" fmla="*/ 439670 h 6857999"/>
              <a:gd name="connsiteX18" fmla="*/ 9197624 w 10452098"/>
              <a:gd name="connsiteY18" fmla="*/ 437576 h 6857999"/>
              <a:gd name="connsiteX19" fmla="*/ 9159016 w 10452098"/>
              <a:gd name="connsiteY19" fmla="*/ 454457 h 6857999"/>
              <a:gd name="connsiteX20" fmla="*/ 9159016 w 10452098"/>
              <a:gd name="connsiteY20" fmla="*/ 439671 h 6857999"/>
              <a:gd name="connsiteX21" fmla="*/ 9143999 w 10452098"/>
              <a:gd name="connsiteY21" fmla="*/ 439671 h 6857999"/>
              <a:gd name="connsiteX22" fmla="*/ 9143999 w 10452098"/>
              <a:gd name="connsiteY22" fmla="*/ 566366 h 6857999"/>
              <a:gd name="connsiteX23" fmla="*/ 9159541 w 10452098"/>
              <a:gd name="connsiteY23" fmla="*/ 566366 h 6857999"/>
              <a:gd name="connsiteX24" fmla="*/ 9159541 w 10452098"/>
              <a:gd name="connsiteY24" fmla="*/ 510138 h 6857999"/>
              <a:gd name="connsiteX25" fmla="*/ 9195219 w 10452098"/>
              <a:gd name="connsiteY25" fmla="*/ 452058 h 6857999"/>
              <a:gd name="connsiteX26" fmla="*/ 9224174 w 10452098"/>
              <a:gd name="connsiteY26" fmla="*/ 489280 h 6857999"/>
              <a:gd name="connsiteX27" fmla="*/ 9224174 w 10452098"/>
              <a:gd name="connsiteY27" fmla="*/ 566366 h 6857999"/>
              <a:gd name="connsiteX28" fmla="*/ 9239716 w 10452098"/>
              <a:gd name="connsiteY28" fmla="*/ 566366 h 6857999"/>
              <a:gd name="connsiteX29" fmla="*/ 9239716 w 10452098"/>
              <a:gd name="connsiteY29" fmla="*/ 509591 h 6857999"/>
              <a:gd name="connsiteX30" fmla="*/ 9275363 w 10452098"/>
              <a:gd name="connsiteY30" fmla="*/ 452058 h 6857999"/>
              <a:gd name="connsiteX31" fmla="*/ 9304319 w 10452098"/>
              <a:gd name="connsiteY31" fmla="*/ 489280 h 6857999"/>
              <a:gd name="connsiteX32" fmla="*/ 9304319 w 10452098"/>
              <a:gd name="connsiteY32" fmla="*/ 566366 h 6857999"/>
              <a:gd name="connsiteX33" fmla="*/ 9319891 w 10452098"/>
              <a:gd name="connsiteY33" fmla="*/ 566366 h 6857999"/>
              <a:gd name="connsiteX34" fmla="*/ 9319891 w 10452098"/>
              <a:gd name="connsiteY34" fmla="*/ 489857 h 6857999"/>
              <a:gd name="connsiteX35" fmla="*/ 9316407 w 10452098"/>
              <a:gd name="connsiteY35" fmla="*/ 457644 h 6857999"/>
              <a:gd name="connsiteX36" fmla="*/ 9277522 w 10452098"/>
              <a:gd name="connsiteY36" fmla="*/ 437576 h 6857999"/>
              <a:gd name="connsiteX37" fmla="*/ 9235707 w 10452098"/>
              <a:gd name="connsiteY37" fmla="*/ 457887 h 6857999"/>
              <a:gd name="connsiteX38" fmla="*/ 9197624 w 10452098"/>
              <a:gd name="connsiteY38" fmla="*/ 437576 h 6857999"/>
              <a:gd name="connsiteX39" fmla="*/ 9854475 w 10452098"/>
              <a:gd name="connsiteY39" fmla="*/ 437575 h 6857999"/>
              <a:gd name="connsiteX40" fmla="*/ 9815343 w 10452098"/>
              <a:gd name="connsiteY40" fmla="*/ 454456 h 6857999"/>
              <a:gd name="connsiteX41" fmla="*/ 9815343 w 10452098"/>
              <a:gd name="connsiteY41" fmla="*/ 439670 h 6857999"/>
              <a:gd name="connsiteX42" fmla="*/ 9800326 w 10452098"/>
              <a:gd name="connsiteY42" fmla="*/ 439670 h 6857999"/>
              <a:gd name="connsiteX43" fmla="*/ 9800326 w 10452098"/>
              <a:gd name="connsiteY43" fmla="*/ 566365 h 6857999"/>
              <a:gd name="connsiteX44" fmla="*/ 9815868 w 10452098"/>
              <a:gd name="connsiteY44" fmla="*/ 566365 h 6857999"/>
              <a:gd name="connsiteX45" fmla="*/ 9815868 w 10452098"/>
              <a:gd name="connsiteY45" fmla="*/ 511442 h 6857999"/>
              <a:gd name="connsiteX46" fmla="*/ 9851515 w 10452098"/>
              <a:gd name="connsiteY46" fmla="*/ 452057 h 6857999"/>
              <a:gd name="connsiteX47" fmla="*/ 9879391 w 10452098"/>
              <a:gd name="connsiteY47" fmla="*/ 474494 h 6857999"/>
              <a:gd name="connsiteX48" fmla="*/ 9879391 w 10452098"/>
              <a:gd name="connsiteY48" fmla="*/ 474524 h 6857999"/>
              <a:gd name="connsiteX49" fmla="*/ 9893884 w 10452098"/>
              <a:gd name="connsiteY49" fmla="*/ 474524 h 6857999"/>
              <a:gd name="connsiteX50" fmla="*/ 9854475 w 10452098"/>
              <a:gd name="connsiteY50" fmla="*/ 437575 h 6857999"/>
              <a:gd name="connsiteX51" fmla="*/ 9707815 w 10452098"/>
              <a:gd name="connsiteY51" fmla="*/ 437546 h 6857999"/>
              <a:gd name="connsiteX52" fmla="*/ 9652310 w 10452098"/>
              <a:gd name="connsiteY52" fmla="*/ 475557 h 6857999"/>
              <a:gd name="connsiteX53" fmla="*/ 9666803 w 10452098"/>
              <a:gd name="connsiteY53" fmla="*/ 475557 h 6857999"/>
              <a:gd name="connsiteX54" fmla="*/ 9705688 w 10452098"/>
              <a:gd name="connsiteY54" fmla="*/ 452057 h 6857999"/>
              <a:gd name="connsiteX55" fmla="*/ 9737049 w 10452098"/>
              <a:gd name="connsiteY55" fmla="*/ 459436 h 6857999"/>
              <a:gd name="connsiteX56" fmla="*/ 9743216 w 10452098"/>
              <a:gd name="connsiteY56" fmla="*/ 486093 h 6857999"/>
              <a:gd name="connsiteX57" fmla="*/ 9743216 w 10452098"/>
              <a:gd name="connsiteY57" fmla="*/ 490312 h 6857999"/>
              <a:gd name="connsiteX58" fmla="*/ 9700045 w 10452098"/>
              <a:gd name="connsiteY58" fmla="*/ 490312 h 6857999"/>
              <a:gd name="connsiteX59" fmla="*/ 9648825 w 10452098"/>
              <a:gd name="connsiteY59" fmla="*/ 530175 h 6857999"/>
              <a:gd name="connsiteX60" fmla="*/ 9698688 w 10452098"/>
              <a:gd name="connsiteY60" fmla="*/ 568460 h 6857999"/>
              <a:gd name="connsiteX61" fmla="*/ 9744264 w 10452098"/>
              <a:gd name="connsiteY61" fmla="*/ 552097 h 6857999"/>
              <a:gd name="connsiteX62" fmla="*/ 9744264 w 10452098"/>
              <a:gd name="connsiteY62" fmla="*/ 566366 h 6857999"/>
              <a:gd name="connsiteX63" fmla="*/ 9759035 w 10452098"/>
              <a:gd name="connsiteY63" fmla="*/ 566366 h 6857999"/>
              <a:gd name="connsiteX64" fmla="*/ 9759035 w 10452098"/>
              <a:gd name="connsiteY64" fmla="*/ 493500 h 6857999"/>
              <a:gd name="connsiteX65" fmla="*/ 9757956 w 10452098"/>
              <a:gd name="connsiteY65" fmla="*/ 468423 h 6857999"/>
              <a:gd name="connsiteX66" fmla="*/ 9707815 w 10452098"/>
              <a:gd name="connsiteY66" fmla="*/ 437546 h 6857999"/>
              <a:gd name="connsiteX67" fmla="*/ 10152264 w 10452098"/>
              <a:gd name="connsiteY67" fmla="*/ 437545 h 6857999"/>
              <a:gd name="connsiteX68" fmla="*/ 10098115 w 10452098"/>
              <a:gd name="connsiteY68" fmla="*/ 474767 h 6857999"/>
              <a:gd name="connsiteX69" fmla="*/ 10149859 w 10452098"/>
              <a:gd name="connsiteY69" fmla="*/ 509621 h 6857999"/>
              <a:gd name="connsiteX70" fmla="*/ 10186061 w 10452098"/>
              <a:gd name="connsiteY70" fmla="*/ 532058 h 6857999"/>
              <a:gd name="connsiteX71" fmla="*/ 10147176 w 10452098"/>
              <a:gd name="connsiteY71" fmla="*/ 553705 h 6857999"/>
              <a:gd name="connsiteX72" fmla="*/ 10110449 w 10452098"/>
              <a:gd name="connsiteY72" fmla="*/ 530479 h 6857999"/>
              <a:gd name="connsiteX73" fmla="*/ 10095987 w 10452098"/>
              <a:gd name="connsiteY73" fmla="*/ 530479 h 6857999"/>
              <a:gd name="connsiteX74" fmla="*/ 10147453 w 10452098"/>
              <a:gd name="connsiteY74" fmla="*/ 568491 h 6857999"/>
              <a:gd name="connsiteX75" fmla="*/ 10201572 w 10452098"/>
              <a:gd name="connsiteY75" fmla="*/ 530206 h 6857999"/>
              <a:gd name="connsiteX76" fmla="*/ 10147669 w 10452098"/>
              <a:gd name="connsiteY76" fmla="*/ 494562 h 6857999"/>
              <a:gd name="connsiteX77" fmla="*/ 10113626 w 10452098"/>
              <a:gd name="connsiteY77" fmla="*/ 472642 h 6857999"/>
              <a:gd name="connsiteX78" fmla="*/ 10152511 w 10452098"/>
              <a:gd name="connsiteY78" fmla="*/ 451784 h 6857999"/>
              <a:gd name="connsiteX79" fmla="*/ 10187109 w 10452098"/>
              <a:gd name="connsiteY79" fmla="*/ 475557 h 6857999"/>
              <a:gd name="connsiteX80" fmla="*/ 10201603 w 10452098"/>
              <a:gd name="connsiteY80" fmla="*/ 475557 h 6857999"/>
              <a:gd name="connsiteX81" fmla="*/ 10152264 w 10452098"/>
              <a:gd name="connsiteY81" fmla="*/ 437545 h 6857999"/>
              <a:gd name="connsiteX82" fmla="*/ 9411784 w 10452098"/>
              <a:gd name="connsiteY82" fmla="*/ 437515 h 6857999"/>
              <a:gd name="connsiteX83" fmla="*/ 9356833 w 10452098"/>
              <a:gd name="connsiteY83" fmla="*/ 503519 h 6857999"/>
              <a:gd name="connsiteX84" fmla="*/ 9412617 w 10452098"/>
              <a:gd name="connsiteY84" fmla="*/ 568461 h 6857999"/>
              <a:gd name="connsiteX85" fmla="*/ 9464638 w 10452098"/>
              <a:gd name="connsiteY85" fmla="*/ 530449 h 6857999"/>
              <a:gd name="connsiteX86" fmla="*/ 9450176 w 10452098"/>
              <a:gd name="connsiteY86" fmla="*/ 530449 h 6857999"/>
              <a:gd name="connsiteX87" fmla="*/ 9412894 w 10452098"/>
              <a:gd name="connsiteY87" fmla="*/ 554221 h 6857999"/>
              <a:gd name="connsiteX88" fmla="*/ 9372406 w 10452098"/>
              <a:gd name="connsiteY88" fmla="*/ 506707 h 6857999"/>
              <a:gd name="connsiteX89" fmla="*/ 9372406 w 10452098"/>
              <a:gd name="connsiteY89" fmla="*/ 506677 h 6857999"/>
              <a:gd name="connsiteX90" fmla="*/ 9466488 w 10452098"/>
              <a:gd name="connsiteY90" fmla="*/ 506677 h 6857999"/>
              <a:gd name="connsiteX91" fmla="*/ 9411784 w 10452098"/>
              <a:gd name="connsiteY91" fmla="*/ 437515 h 6857999"/>
              <a:gd name="connsiteX92" fmla="*/ 9927373 w 10452098"/>
              <a:gd name="connsiteY92" fmla="*/ 390304 h 6857999"/>
              <a:gd name="connsiteX93" fmla="*/ 9927373 w 10452098"/>
              <a:gd name="connsiteY93" fmla="*/ 439670 h 6857999"/>
              <a:gd name="connsiteX94" fmla="*/ 9905664 w 10452098"/>
              <a:gd name="connsiteY94" fmla="*/ 439670 h 6857999"/>
              <a:gd name="connsiteX95" fmla="*/ 9905664 w 10452098"/>
              <a:gd name="connsiteY95" fmla="*/ 453393 h 6857999"/>
              <a:gd name="connsiteX96" fmla="*/ 9927373 w 10452098"/>
              <a:gd name="connsiteY96" fmla="*/ 453393 h 6857999"/>
              <a:gd name="connsiteX97" fmla="*/ 9927373 w 10452098"/>
              <a:gd name="connsiteY97" fmla="*/ 530752 h 6857999"/>
              <a:gd name="connsiteX98" fmla="*/ 9969188 w 10452098"/>
              <a:gd name="connsiteY98" fmla="*/ 568491 h 6857999"/>
              <a:gd name="connsiteX99" fmla="*/ 10012390 w 10452098"/>
              <a:gd name="connsiteY99" fmla="*/ 530479 h 6857999"/>
              <a:gd name="connsiteX100" fmla="*/ 9997896 w 10452098"/>
              <a:gd name="connsiteY100" fmla="*/ 530479 h 6857999"/>
              <a:gd name="connsiteX101" fmla="*/ 9969743 w 10452098"/>
              <a:gd name="connsiteY101" fmla="*/ 554768 h 6857999"/>
              <a:gd name="connsiteX102" fmla="*/ 9942915 w 10452098"/>
              <a:gd name="connsiteY102" fmla="*/ 530752 h 6857999"/>
              <a:gd name="connsiteX103" fmla="*/ 9942915 w 10452098"/>
              <a:gd name="connsiteY103" fmla="*/ 453393 h 6857999"/>
              <a:gd name="connsiteX104" fmla="*/ 10001628 w 10452098"/>
              <a:gd name="connsiteY104" fmla="*/ 453393 h 6857999"/>
              <a:gd name="connsiteX105" fmla="*/ 10001628 w 10452098"/>
              <a:gd name="connsiteY105" fmla="*/ 439670 h 6857999"/>
              <a:gd name="connsiteX106" fmla="*/ 9942915 w 10452098"/>
              <a:gd name="connsiteY106" fmla="*/ 439670 h 6857999"/>
              <a:gd name="connsiteX107" fmla="*/ 9942915 w 10452098"/>
              <a:gd name="connsiteY107" fmla="*/ 390304 h 6857999"/>
              <a:gd name="connsiteX108" fmla="*/ 10050411 w 10452098"/>
              <a:gd name="connsiteY108" fmla="*/ 388452 h 6857999"/>
              <a:gd name="connsiteX109" fmla="*/ 10040235 w 10452098"/>
              <a:gd name="connsiteY109" fmla="*/ 398471 h 6857999"/>
              <a:gd name="connsiteX110" fmla="*/ 10050411 w 10452098"/>
              <a:gd name="connsiteY110" fmla="*/ 408763 h 6857999"/>
              <a:gd name="connsiteX111" fmla="*/ 10060865 w 10452098"/>
              <a:gd name="connsiteY111" fmla="*/ 398471 h 6857999"/>
              <a:gd name="connsiteX112" fmla="*/ 10050411 w 10452098"/>
              <a:gd name="connsiteY112" fmla="*/ 388452 h 6857999"/>
              <a:gd name="connsiteX113" fmla="*/ 9596835 w 10452098"/>
              <a:gd name="connsiteY113" fmla="*/ 382381 h 6857999"/>
              <a:gd name="connsiteX114" fmla="*/ 9596835 w 10452098"/>
              <a:gd name="connsiteY114" fmla="*/ 453911 h 6857999"/>
              <a:gd name="connsiteX115" fmla="*/ 9554465 w 10452098"/>
              <a:gd name="connsiteY115" fmla="*/ 437546 h 6857999"/>
              <a:gd name="connsiteX116" fmla="*/ 9501642 w 10452098"/>
              <a:gd name="connsiteY116" fmla="*/ 502761 h 6857999"/>
              <a:gd name="connsiteX117" fmla="*/ 9554465 w 10452098"/>
              <a:gd name="connsiteY117" fmla="*/ 568492 h 6857999"/>
              <a:gd name="connsiteX118" fmla="*/ 9597359 w 10452098"/>
              <a:gd name="connsiteY118" fmla="*/ 551065 h 6857999"/>
              <a:gd name="connsiteX119" fmla="*/ 9597359 w 10452098"/>
              <a:gd name="connsiteY119" fmla="*/ 566367 h 6857999"/>
              <a:gd name="connsiteX120" fmla="*/ 9612376 w 10452098"/>
              <a:gd name="connsiteY120" fmla="*/ 566367 h 6857999"/>
              <a:gd name="connsiteX121" fmla="*/ 9612376 w 10452098"/>
              <a:gd name="connsiteY121" fmla="*/ 382381 h 6857999"/>
              <a:gd name="connsiteX122" fmla="*/ 0 w 10452098"/>
              <a:gd name="connsiteY122" fmla="*/ 0 h 6857999"/>
              <a:gd name="connsiteX123" fmla="*/ 10452098 w 10452098"/>
              <a:gd name="connsiteY123" fmla="*/ 0 h 6857999"/>
              <a:gd name="connsiteX124" fmla="*/ 10452098 w 10452098"/>
              <a:gd name="connsiteY124" fmla="*/ 6857999 h 6857999"/>
              <a:gd name="connsiteX125" fmla="*/ 0 w 10452098"/>
              <a:gd name="connsiteY12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0452098" h="6857999">
                <a:moveTo>
                  <a:pt x="9698935" y="504065"/>
                </a:moveTo>
                <a:lnTo>
                  <a:pt x="9743154" y="504065"/>
                </a:lnTo>
                <a:cubicBezTo>
                  <a:pt x="9743154" y="537857"/>
                  <a:pt x="9739947" y="554737"/>
                  <a:pt x="9697855" y="554737"/>
                </a:cubicBezTo>
                <a:cubicBezTo>
                  <a:pt x="9672908" y="554737"/>
                  <a:pt x="9664613" y="547360"/>
                  <a:pt x="9664613" y="529932"/>
                </a:cubicBezTo>
                <a:cubicBezTo>
                  <a:pt x="9664613" y="507224"/>
                  <a:pt x="9677226" y="504065"/>
                  <a:pt x="9698935" y="504065"/>
                </a:cubicBezTo>
                <a:close/>
                <a:moveTo>
                  <a:pt x="9553108" y="452059"/>
                </a:moveTo>
                <a:cubicBezTo>
                  <a:pt x="9586073" y="452059"/>
                  <a:pt x="9597081" y="463171"/>
                  <a:pt x="9597081" y="503277"/>
                </a:cubicBezTo>
                <a:cubicBezTo>
                  <a:pt x="9597081" y="543414"/>
                  <a:pt x="9586073" y="553706"/>
                  <a:pt x="9553108" y="553706"/>
                </a:cubicBezTo>
                <a:cubicBezTo>
                  <a:pt x="9521192" y="553706"/>
                  <a:pt x="9517184" y="536279"/>
                  <a:pt x="9517184" y="503277"/>
                </a:cubicBezTo>
                <a:cubicBezTo>
                  <a:pt x="9517184" y="470275"/>
                  <a:pt x="9521192" y="452059"/>
                  <a:pt x="9553108" y="452059"/>
                </a:cubicBezTo>
                <a:close/>
                <a:moveTo>
                  <a:pt x="9411815" y="451542"/>
                </a:moveTo>
                <a:cubicBezTo>
                  <a:pt x="9442929" y="451542"/>
                  <a:pt x="9451502" y="462107"/>
                  <a:pt x="9451502" y="492711"/>
                </a:cubicBezTo>
                <a:lnTo>
                  <a:pt x="9372683" y="492711"/>
                </a:lnTo>
                <a:cubicBezTo>
                  <a:pt x="9372683" y="464475"/>
                  <a:pt x="9381780" y="451542"/>
                  <a:pt x="9411815" y="451542"/>
                </a:cubicBezTo>
                <a:close/>
                <a:moveTo>
                  <a:pt x="10042640" y="439670"/>
                </a:moveTo>
                <a:lnTo>
                  <a:pt x="10042640" y="566365"/>
                </a:lnTo>
                <a:lnTo>
                  <a:pt x="10058182" y="566365"/>
                </a:lnTo>
                <a:lnTo>
                  <a:pt x="10058182" y="439670"/>
                </a:lnTo>
                <a:close/>
                <a:moveTo>
                  <a:pt x="9197624" y="437576"/>
                </a:moveTo>
                <a:cubicBezTo>
                  <a:pt x="9177796" y="437576"/>
                  <a:pt x="9165708" y="444680"/>
                  <a:pt x="9159016" y="454457"/>
                </a:cubicBezTo>
                <a:lnTo>
                  <a:pt x="9159016" y="439671"/>
                </a:lnTo>
                <a:lnTo>
                  <a:pt x="9143999" y="439671"/>
                </a:lnTo>
                <a:lnTo>
                  <a:pt x="9143999" y="566366"/>
                </a:lnTo>
                <a:lnTo>
                  <a:pt x="9159541" y="566366"/>
                </a:lnTo>
                <a:lnTo>
                  <a:pt x="9159541" y="510138"/>
                </a:lnTo>
                <a:cubicBezTo>
                  <a:pt x="9159541" y="483481"/>
                  <a:pt x="9158461" y="452058"/>
                  <a:pt x="9195219" y="452058"/>
                </a:cubicBezTo>
                <a:cubicBezTo>
                  <a:pt x="9224174" y="452058"/>
                  <a:pt x="9224174" y="466054"/>
                  <a:pt x="9224174" y="489280"/>
                </a:cubicBezTo>
                <a:lnTo>
                  <a:pt x="9224174" y="566366"/>
                </a:lnTo>
                <a:lnTo>
                  <a:pt x="9239716" y="566366"/>
                </a:lnTo>
                <a:lnTo>
                  <a:pt x="9239716" y="509591"/>
                </a:lnTo>
                <a:cubicBezTo>
                  <a:pt x="9239716" y="482935"/>
                  <a:pt x="9238637" y="452058"/>
                  <a:pt x="9275363" y="452058"/>
                </a:cubicBezTo>
                <a:cubicBezTo>
                  <a:pt x="9304319" y="452058"/>
                  <a:pt x="9304319" y="466054"/>
                  <a:pt x="9304319" y="489280"/>
                </a:cubicBezTo>
                <a:lnTo>
                  <a:pt x="9304319" y="566366"/>
                </a:lnTo>
                <a:lnTo>
                  <a:pt x="9319891" y="566366"/>
                </a:lnTo>
                <a:lnTo>
                  <a:pt x="9319891" y="489857"/>
                </a:lnTo>
                <a:cubicBezTo>
                  <a:pt x="9319891" y="477166"/>
                  <a:pt x="9320415" y="467421"/>
                  <a:pt x="9316407" y="457644"/>
                </a:cubicBezTo>
                <a:cubicBezTo>
                  <a:pt x="9310764" y="444164"/>
                  <a:pt x="9296825" y="437576"/>
                  <a:pt x="9277522" y="437576"/>
                </a:cubicBezTo>
                <a:cubicBezTo>
                  <a:pt x="9258218" y="437576"/>
                  <a:pt x="9244835" y="444164"/>
                  <a:pt x="9235707" y="457887"/>
                </a:cubicBezTo>
                <a:cubicBezTo>
                  <a:pt x="9230064" y="444164"/>
                  <a:pt x="9216928" y="437576"/>
                  <a:pt x="9197624" y="437576"/>
                </a:cubicBezTo>
                <a:close/>
                <a:moveTo>
                  <a:pt x="9854475" y="437575"/>
                </a:moveTo>
                <a:cubicBezTo>
                  <a:pt x="9837607" y="437575"/>
                  <a:pt x="9824471" y="442311"/>
                  <a:pt x="9815343" y="454456"/>
                </a:cubicBezTo>
                <a:lnTo>
                  <a:pt x="9815343" y="439670"/>
                </a:lnTo>
                <a:lnTo>
                  <a:pt x="9800326" y="439670"/>
                </a:lnTo>
                <a:lnTo>
                  <a:pt x="9800326" y="566365"/>
                </a:lnTo>
                <a:lnTo>
                  <a:pt x="9815868" y="566365"/>
                </a:lnTo>
                <a:lnTo>
                  <a:pt x="9815868" y="511442"/>
                </a:lnTo>
                <a:cubicBezTo>
                  <a:pt x="9815868" y="485848"/>
                  <a:pt x="9813709" y="452057"/>
                  <a:pt x="9851515" y="452057"/>
                </a:cubicBezTo>
                <a:cubicBezTo>
                  <a:pt x="9871867" y="452057"/>
                  <a:pt x="9879391" y="457067"/>
                  <a:pt x="9879391" y="474494"/>
                </a:cubicBezTo>
                <a:lnTo>
                  <a:pt x="9879391" y="474524"/>
                </a:lnTo>
                <a:lnTo>
                  <a:pt x="9893884" y="474524"/>
                </a:lnTo>
                <a:cubicBezTo>
                  <a:pt x="9893884" y="449203"/>
                  <a:pt x="9880224" y="437575"/>
                  <a:pt x="9854475" y="437575"/>
                </a:cubicBezTo>
                <a:close/>
                <a:moveTo>
                  <a:pt x="9707815" y="437546"/>
                </a:moveTo>
                <a:cubicBezTo>
                  <a:pt x="9674296" y="437546"/>
                  <a:pt x="9652310" y="445713"/>
                  <a:pt x="9652310" y="475557"/>
                </a:cubicBezTo>
                <a:lnTo>
                  <a:pt x="9666803" y="475557"/>
                </a:lnTo>
                <a:cubicBezTo>
                  <a:pt x="9666803" y="452847"/>
                  <a:pt x="9687463" y="452057"/>
                  <a:pt x="9705688" y="452057"/>
                </a:cubicBezTo>
                <a:cubicBezTo>
                  <a:pt x="9723912" y="452057"/>
                  <a:pt x="9731961" y="454426"/>
                  <a:pt x="9737049" y="459436"/>
                </a:cubicBezTo>
                <a:cubicBezTo>
                  <a:pt x="9744295" y="466298"/>
                  <a:pt x="9743216" y="477105"/>
                  <a:pt x="9743216" y="486093"/>
                </a:cubicBezTo>
                <a:lnTo>
                  <a:pt x="9743216" y="490312"/>
                </a:lnTo>
                <a:lnTo>
                  <a:pt x="9700045" y="490312"/>
                </a:lnTo>
                <a:cubicBezTo>
                  <a:pt x="9671613" y="490312"/>
                  <a:pt x="9648825" y="495322"/>
                  <a:pt x="9648825" y="530175"/>
                </a:cubicBezTo>
                <a:cubicBezTo>
                  <a:pt x="9648825" y="557380"/>
                  <a:pt x="9665168" y="568460"/>
                  <a:pt x="9698688" y="568460"/>
                </a:cubicBezTo>
                <a:cubicBezTo>
                  <a:pt x="9720119" y="568460"/>
                  <a:pt x="9736771" y="563178"/>
                  <a:pt x="9744264" y="552097"/>
                </a:cubicBezTo>
                <a:lnTo>
                  <a:pt x="9744264" y="566366"/>
                </a:lnTo>
                <a:lnTo>
                  <a:pt x="9759035" y="566366"/>
                </a:lnTo>
                <a:lnTo>
                  <a:pt x="9759035" y="493500"/>
                </a:lnTo>
                <a:cubicBezTo>
                  <a:pt x="9759035" y="484513"/>
                  <a:pt x="9759282" y="475283"/>
                  <a:pt x="9757956" y="468423"/>
                </a:cubicBezTo>
                <a:cubicBezTo>
                  <a:pt x="9753947" y="443618"/>
                  <a:pt x="9732485" y="437546"/>
                  <a:pt x="9707815" y="437546"/>
                </a:cubicBezTo>
                <a:close/>
                <a:moveTo>
                  <a:pt x="10152264" y="437545"/>
                </a:moveTo>
                <a:cubicBezTo>
                  <a:pt x="10116894" y="437545"/>
                  <a:pt x="10098115" y="445985"/>
                  <a:pt x="10098115" y="474767"/>
                </a:cubicBezTo>
                <a:cubicBezTo>
                  <a:pt x="10098115" y="510411"/>
                  <a:pt x="10122507" y="508832"/>
                  <a:pt x="10149859" y="509621"/>
                </a:cubicBezTo>
                <a:cubicBezTo>
                  <a:pt x="10179369" y="510684"/>
                  <a:pt x="10186061" y="509894"/>
                  <a:pt x="10186061" y="532058"/>
                </a:cubicBezTo>
                <a:cubicBezTo>
                  <a:pt x="10186061" y="547359"/>
                  <a:pt x="10176131" y="553705"/>
                  <a:pt x="10147176" y="553705"/>
                </a:cubicBezTo>
                <a:cubicBezTo>
                  <a:pt x="10119299" y="553705"/>
                  <a:pt x="10110449" y="547906"/>
                  <a:pt x="10110449" y="530479"/>
                </a:cubicBezTo>
                <a:lnTo>
                  <a:pt x="10095987" y="530479"/>
                </a:lnTo>
                <a:cubicBezTo>
                  <a:pt x="10095987" y="558714"/>
                  <a:pt x="10112608" y="568491"/>
                  <a:pt x="10147453" y="568491"/>
                </a:cubicBezTo>
                <a:cubicBezTo>
                  <a:pt x="10183131" y="568491"/>
                  <a:pt x="10201633" y="558988"/>
                  <a:pt x="10201572" y="530206"/>
                </a:cubicBezTo>
                <a:cubicBezTo>
                  <a:pt x="10201572" y="492710"/>
                  <a:pt x="10175268" y="495868"/>
                  <a:pt x="10147669" y="494562"/>
                </a:cubicBezTo>
                <a:cubicBezTo>
                  <a:pt x="10122753" y="493500"/>
                  <a:pt x="10113626" y="495595"/>
                  <a:pt x="10113626" y="472642"/>
                </a:cubicBezTo>
                <a:cubicBezTo>
                  <a:pt x="10113626" y="457583"/>
                  <a:pt x="10123277" y="451784"/>
                  <a:pt x="10152511" y="451784"/>
                </a:cubicBezTo>
                <a:cubicBezTo>
                  <a:pt x="10178783" y="451784"/>
                  <a:pt x="10187109" y="458676"/>
                  <a:pt x="10187109" y="475557"/>
                </a:cubicBezTo>
                <a:lnTo>
                  <a:pt x="10201603" y="475557"/>
                </a:lnTo>
                <a:cubicBezTo>
                  <a:pt x="10201603" y="446259"/>
                  <a:pt x="10183378" y="437545"/>
                  <a:pt x="10152264" y="437545"/>
                </a:cubicBezTo>
                <a:close/>
                <a:moveTo>
                  <a:pt x="9411784" y="437515"/>
                </a:moveTo>
                <a:cubicBezTo>
                  <a:pt x="9364080" y="437515"/>
                  <a:pt x="9356833" y="461804"/>
                  <a:pt x="9356833" y="503519"/>
                </a:cubicBezTo>
                <a:cubicBezTo>
                  <a:pt x="9356833" y="544445"/>
                  <a:pt x="9363278" y="568461"/>
                  <a:pt x="9412617" y="568461"/>
                </a:cubicBezTo>
                <a:cubicBezTo>
                  <a:pt x="9439691" y="568461"/>
                  <a:pt x="9464638" y="561083"/>
                  <a:pt x="9464638" y="530449"/>
                </a:cubicBezTo>
                <a:lnTo>
                  <a:pt x="9450176" y="530449"/>
                </a:lnTo>
                <a:cubicBezTo>
                  <a:pt x="9450176" y="551580"/>
                  <a:pt x="9430317" y="554221"/>
                  <a:pt x="9412894" y="554221"/>
                </a:cubicBezTo>
                <a:cubicBezTo>
                  <a:pt x="9376692" y="554221"/>
                  <a:pt x="9372406" y="538646"/>
                  <a:pt x="9372406" y="506707"/>
                </a:cubicBezTo>
                <a:lnTo>
                  <a:pt x="9372406" y="506677"/>
                </a:lnTo>
                <a:lnTo>
                  <a:pt x="9466488" y="506677"/>
                </a:lnTo>
                <a:cubicBezTo>
                  <a:pt x="9466488" y="464445"/>
                  <a:pt x="9464083" y="437515"/>
                  <a:pt x="9411784" y="437515"/>
                </a:cubicBezTo>
                <a:close/>
                <a:moveTo>
                  <a:pt x="9927373" y="390304"/>
                </a:moveTo>
                <a:lnTo>
                  <a:pt x="9927373" y="439670"/>
                </a:lnTo>
                <a:lnTo>
                  <a:pt x="9905664" y="439670"/>
                </a:lnTo>
                <a:lnTo>
                  <a:pt x="9905664" y="453393"/>
                </a:lnTo>
                <a:lnTo>
                  <a:pt x="9927373" y="453393"/>
                </a:lnTo>
                <a:lnTo>
                  <a:pt x="9927373" y="530752"/>
                </a:lnTo>
                <a:cubicBezTo>
                  <a:pt x="9927373" y="557136"/>
                  <a:pt x="9941034" y="568491"/>
                  <a:pt x="9969188" y="568491"/>
                </a:cubicBezTo>
                <a:cubicBezTo>
                  <a:pt x="9995738" y="568491"/>
                  <a:pt x="10012359" y="558198"/>
                  <a:pt x="10012390" y="530479"/>
                </a:cubicBezTo>
                <a:lnTo>
                  <a:pt x="9997896" y="530479"/>
                </a:lnTo>
                <a:cubicBezTo>
                  <a:pt x="9997896" y="547633"/>
                  <a:pt x="9990126" y="554768"/>
                  <a:pt x="9969743" y="554768"/>
                </a:cubicBezTo>
                <a:cubicBezTo>
                  <a:pt x="9950963" y="554768"/>
                  <a:pt x="9942915" y="548969"/>
                  <a:pt x="9942915" y="530752"/>
                </a:cubicBezTo>
                <a:lnTo>
                  <a:pt x="9942915" y="453393"/>
                </a:lnTo>
                <a:lnTo>
                  <a:pt x="10001628" y="453393"/>
                </a:lnTo>
                <a:lnTo>
                  <a:pt x="10001628" y="439670"/>
                </a:lnTo>
                <a:lnTo>
                  <a:pt x="9942915" y="439670"/>
                </a:lnTo>
                <a:lnTo>
                  <a:pt x="9942915" y="390304"/>
                </a:lnTo>
                <a:close/>
                <a:moveTo>
                  <a:pt x="10050411" y="388452"/>
                </a:moveTo>
                <a:cubicBezTo>
                  <a:pt x="10043719" y="388452"/>
                  <a:pt x="10040235" y="391883"/>
                  <a:pt x="10040235" y="398471"/>
                </a:cubicBezTo>
                <a:cubicBezTo>
                  <a:pt x="10040235" y="404816"/>
                  <a:pt x="10043719" y="408763"/>
                  <a:pt x="10050411" y="408763"/>
                </a:cubicBezTo>
                <a:cubicBezTo>
                  <a:pt x="10057103" y="408763"/>
                  <a:pt x="10060865" y="404816"/>
                  <a:pt x="10060865" y="398471"/>
                </a:cubicBezTo>
                <a:cubicBezTo>
                  <a:pt x="10060865" y="391883"/>
                  <a:pt x="10057103" y="388452"/>
                  <a:pt x="10050411" y="388452"/>
                </a:cubicBezTo>
                <a:close/>
                <a:moveTo>
                  <a:pt x="9596835" y="382381"/>
                </a:moveTo>
                <a:lnTo>
                  <a:pt x="9596835" y="453911"/>
                </a:lnTo>
                <a:cubicBezTo>
                  <a:pt x="9588262" y="443102"/>
                  <a:pt x="9574848" y="437546"/>
                  <a:pt x="9554465" y="437546"/>
                </a:cubicBezTo>
                <a:cubicBezTo>
                  <a:pt x="9504325" y="437546"/>
                  <a:pt x="9501642" y="467907"/>
                  <a:pt x="9501642" y="502761"/>
                </a:cubicBezTo>
                <a:cubicBezTo>
                  <a:pt x="9501642" y="541046"/>
                  <a:pt x="9505928" y="568492"/>
                  <a:pt x="9554465" y="568492"/>
                </a:cubicBezTo>
                <a:cubicBezTo>
                  <a:pt x="9574571" y="568492"/>
                  <a:pt x="9589033" y="562420"/>
                  <a:pt x="9597359" y="551065"/>
                </a:cubicBezTo>
                <a:lnTo>
                  <a:pt x="9597359" y="566367"/>
                </a:lnTo>
                <a:lnTo>
                  <a:pt x="9612376" y="566367"/>
                </a:lnTo>
                <a:lnTo>
                  <a:pt x="9612376" y="382381"/>
                </a:lnTo>
                <a:close/>
                <a:moveTo>
                  <a:pt x="0" y="0"/>
                </a:moveTo>
                <a:lnTo>
                  <a:pt x="10452098" y="0"/>
                </a:lnTo>
                <a:lnTo>
                  <a:pt x="10452098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16495-1FCF-AF0C-78B8-B4C7BF44E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842" y="1088909"/>
            <a:ext cx="5553121" cy="2387600"/>
          </a:xfrm>
        </p:spPr>
        <p:txBody>
          <a:bodyPr lIns="0" tIns="0" rIns="0" bIns="0"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9E0FB-1C71-E45E-FBF0-060AB2385D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00842" y="3668944"/>
            <a:ext cx="5553121" cy="690405"/>
          </a:xfrm>
        </p:spPr>
        <p:txBody>
          <a:bodyPr lIns="0" tIns="0" rIns="0" bIns="0">
            <a:normAutofit/>
          </a:bodyPr>
          <a:lstStyle>
            <a:lvl1pPr marL="0" marR="0" indent="0" algn="l" defTabSz="108863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BD7F3"/>
              </a:buClr>
              <a:buSzTx/>
              <a:buFontTx/>
              <a:buNone/>
              <a:tabLst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[Speaker]</a:t>
            </a:r>
            <a:br>
              <a:rPr lang="en-GB"/>
            </a:b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Arial"/>
              </a:rPr>
              <a:t>[Date and place]</a:t>
            </a:r>
          </a:p>
        </p:txBody>
      </p:sp>
    </p:spTree>
    <p:extLst>
      <p:ext uri="{BB962C8B-B14F-4D97-AF65-F5344CB8AC3E}">
        <p14:creationId xmlns:p14="http://schemas.microsoft.com/office/powerpoint/2010/main" val="175971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" descr="A person with her hands up and her mouth open&#10;&#10;AI-generated content may be incorrect.">
            <a:extLst>
              <a:ext uri="{FF2B5EF4-FFF2-40B4-BE49-F238E27FC236}">
                <a16:creationId xmlns:a16="http://schemas.microsoft.com/office/drawing/2014/main" id="{13E9E91D-9B31-024B-4E51-F89E3C7661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6" r="7499"/>
          <a:stretch/>
        </p:blipFill>
        <p:spPr>
          <a:xfrm>
            <a:off x="2547256" y="0"/>
            <a:ext cx="9644743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90EFF9E-9C8D-9789-5F81-D451A70591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C16495-1FCF-AF0C-78B8-B4C7BF44E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842" y="1088909"/>
            <a:ext cx="5553121" cy="2387600"/>
          </a:xfrm>
        </p:spPr>
        <p:txBody>
          <a:bodyPr lIns="0" tIns="0" rIns="0" bIns="0"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9E0FB-1C71-E45E-FBF0-060AB2385D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00842" y="3668944"/>
            <a:ext cx="5553121" cy="690405"/>
          </a:xfrm>
        </p:spPr>
        <p:txBody>
          <a:bodyPr lIns="0" tIns="0" rIns="0" bIns="0">
            <a:normAutofit/>
          </a:bodyPr>
          <a:lstStyle>
            <a:lvl1pPr marL="0" marR="0" indent="0" algn="l" defTabSz="108863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BD7F3"/>
              </a:buClr>
              <a:buSzTx/>
              <a:buFontTx/>
              <a:buNone/>
              <a:tabLst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[Speaker]</a:t>
            </a:r>
            <a:br>
              <a:rPr lang="en-GB"/>
            </a:b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Arial"/>
              </a:rPr>
              <a:t>[Date and place]</a:t>
            </a:r>
          </a:p>
        </p:txBody>
      </p:sp>
    </p:spTree>
    <p:extLst>
      <p:ext uri="{BB962C8B-B14F-4D97-AF65-F5344CB8AC3E}">
        <p14:creationId xmlns:p14="http://schemas.microsoft.com/office/powerpoint/2010/main" val="6219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black shirt&#10;&#10;AI-generated content may be incorrect.">
            <a:extLst>
              <a:ext uri="{FF2B5EF4-FFF2-40B4-BE49-F238E27FC236}">
                <a16:creationId xmlns:a16="http://schemas.microsoft.com/office/drawing/2014/main" id="{B0AC3235-281A-AF62-7021-8E8F5E5E9A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5772" y="143300"/>
            <a:ext cx="6438868" cy="666641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90EFF9E-9C8D-9789-5F81-D451A70591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C16495-1FCF-AF0C-78B8-B4C7BF44E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842" y="1088909"/>
            <a:ext cx="5553121" cy="2387600"/>
          </a:xfrm>
        </p:spPr>
        <p:txBody>
          <a:bodyPr lIns="0" tIns="0" rIns="0" bIns="0"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9E0FB-1C71-E45E-FBF0-060AB2385D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00842" y="3668944"/>
            <a:ext cx="5553121" cy="690405"/>
          </a:xfrm>
        </p:spPr>
        <p:txBody>
          <a:bodyPr lIns="0" tIns="0" rIns="0" bIns="0">
            <a:normAutofit/>
          </a:bodyPr>
          <a:lstStyle>
            <a:lvl1pPr marL="0" marR="0" indent="0" algn="l" defTabSz="108863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BD7F3"/>
              </a:buClr>
              <a:buSzTx/>
              <a:buFontTx/>
              <a:buNone/>
              <a:tabLst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[Speaker]</a:t>
            </a:r>
            <a:br>
              <a:rPr lang="en-GB"/>
            </a:b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Arial"/>
              </a:rPr>
              <a:t>[Date and place]</a:t>
            </a:r>
          </a:p>
        </p:txBody>
      </p:sp>
    </p:spTree>
    <p:extLst>
      <p:ext uri="{BB962C8B-B14F-4D97-AF65-F5344CB8AC3E}">
        <p14:creationId xmlns:p14="http://schemas.microsoft.com/office/powerpoint/2010/main" val="230091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32976A-A894-F1CD-27A6-8A66175942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ES"/>
              <a:t>Blank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24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7D1A3B-47D9-5C2C-D6F9-0F4A85338B8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999" y="1548534"/>
            <a:ext cx="11685590" cy="198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BE8D3A-EE94-C37C-5C8D-E3556068B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ES"/>
              <a:t>Blank Slide &amp;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8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CF6104-59C5-09BF-D485-BA5BB21AA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10669" y="1578078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AD34C85E-D53F-3E36-03F2-2D9F72B19F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1017" y="1578078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1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17C540BA-3D6E-EBBE-FF13-2E3A8A910E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87789" y="1578078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8C650BA2-6ACE-3788-AFEE-2A5B6E28DA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10669" y="2192594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08AC3F28-5C3E-6A0F-22AA-7E1AA8C49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11017" y="2192594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2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D6B04565-0D44-F767-E1E1-A64BF13F42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7789" y="2192594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59F614EE-F7CA-7DCA-C6A3-10628D9617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10669" y="2807110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F04FAD3E-AB74-3AEF-F9B1-AE9CC388C0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11017" y="2807110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3</a:t>
            </a:r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01C98AC0-3D23-3DBE-7A18-36255AE5C20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87789" y="2807110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20DF7C34-D5DC-E820-642F-33024B67C95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10669" y="3421625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0BA36A83-AA16-C6A5-8F0B-5291610E46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11017" y="3421625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4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1484DD7F-9D1F-62C4-617A-4E5260C22D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87789" y="3421625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E6EAC15A-3160-0780-617A-0F1BF22821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10669" y="4041058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29A938B4-8563-7448-2BD5-8126EF1412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11017" y="4036142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5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ADA18969-C673-A592-7599-36DE590A65E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87789" y="4041058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6F11D9F7-EDE4-4A68-5828-530C9EB7138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610669" y="4650658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F7F9CAD2-3D38-60E0-BDE3-7F40CBA4F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11017" y="4650658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6</a:t>
            </a:r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E318F1CB-755B-9F20-495B-D7990D7A868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187789" y="4650658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9E7A3515-A06A-71DD-9E97-28CFF0F5EDC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10669" y="5265174"/>
            <a:ext cx="4512802" cy="515272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1C70E2E3-04B8-D1D2-C50F-165CE7A113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11017" y="5265174"/>
            <a:ext cx="545485" cy="515272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7</a:t>
            </a:r>
          </a:p>
        </p:txBody>
      </p:sp>
      <p:sp>
        <p:nvSpPr>
          <p:cNvPr id="63" name="Text Placeholder 9">
            <a:extLst>
              <a:ext uri="{FF2B5EF4-FFF2-40B4-BE49-F238E27FC236}">
                <a16:creationId xmlns:a16="http://schemas.microsoft.com/office/drawing/2014/main" id="{10B21C5F-4A03-0EDB-B789-4016BA4144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187789" y="5265174"/>
            <a:ext cx="3569111" cy="515272"/>
          </a:xfrm>
        </p:spPr>
        <p:txBody>
          <a:bodyPr lIns="0" tIns="0" rIns="0" bIns="0" anchor="ctr" anchorCtr="0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98AD9C-FDDD-2E88-27E4-D340A8304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3585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ABDC1CE9-3762-D563-CF4D-19B384316E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39901" y="2"/>
            <a:ext cx="10452098" cy="6857999"/>
          </a:xfrm>
          <a:custGeom>
            <a:avLst/>
            <a:gdLst>
              <a:gd name="connsiteX0" fmla="*/ 9698935 w 10452098"/>
              <a:gd name="connsiteY0" fmla="*/ 504065 h 6857999"/>
              <a:gd name="connsiteX1" fmla="*/ 9743154 w 10452098"/>
              <a:gd name="connsiteY1" fmla="*/ 504065 h 6857999"/>
              <a:gd name="connsiteX2" fmla="*/ 9697855 w 10452098"/>
              <a:gd name="connsiteY2" fmla="*/ 554737 h 6857999"/>
              <a:gd name="connsiteX3" fmla="*/ 9664613 w 10452098"/>
              <a:gd name="connsiteY3" fmla="*/ 529932 h 6857999"/>
              <a:gd name="connsiteX4" fmla="*/ 9698935 w 10452098"/>
              <a:gd name="connsiteY4" fmla="*/ 504065 h 6857999"/>
              <a:gd name="connsiteX5" fmla="*/ 9553108 w 10452098"/>
              <a:gd name="connsiteY5" fmla="*/ 452059 h 6857999"/>
              <a:gd name="connsiteX6" fmla="*/ 9597081 w 10452098"/>
              <a:gd name="connsiteY6" fmla="*/ 503277 h 6857999"/>
              <a:gd name="connsiteX7" fmla="*/ 9553108 w 10452098"/>
              <a:gd name="connsiteY7" fmla="*/ 553706 h 6857999"/>
              <a:gd name="connsiteX8" fmla="*/ 9517184 w 10452098"/>
              <a:gd name="connsiteY8" fmla="*/ 503277 h 6857999"/>
              <a:gd name="connsiteX9" fmla="*/ 9553108 w 10452098"/>
              <a:gd name="connsiteY9" fmla="*/ 452059 h 6857999"/>
              <a:gd name="connsiteX10" fmla="*/ 9411815 w 10452098"/>
              <a:gd name="connsiteY10" fmla="*/ 451542 h 6857999"/>
              <a:gd name="connsiteX11" fmla="*/ 9451502 w 10452098"/>
              <a:gd name="connsiteY11" fmla="*/ 492711 h 6857999"/>
              <a:gd name="connsiteX12" fmla="*/ 9372683 w 10452098"/>
              <a:gd name="connsiteY12" fmla="*/ 492711 h 6857999"/>
              <a:gd name="connsiteX13" fmla="*/ 9411815 w 10452098"/>
              <a:gd name="connsiteY13" fmla="*/ 451542 h 6857999"/>
              <a:gd name="connsiteX14" fmla="*/ 10042640 w 10452098"/>
              <a:gd name="connsiteY14" fmla="*/ 439670 h 6857999"/>
              <a:gd name="connsiteX15" fmla="*/ 10042640 w 10452098"/>
              <a:gd name="connsiteY15" fmla="*/ 566365 h 6857999"/>
              <a:gd name="connsiteX16" fmla="*/ 10058182 w 10452098"/>
              <a:gd name="connsiteY16" fmla="*/ 566365 h 6857999"/>
              <a:gd name="connsiteX17" fmla="*/ 10058182 w 10452098"/>
              <a:gd name="connsiteY17" fmla="*/ 439670 h 6857999"/>
              <a:gd name="connsiteX18" fmla="*/ 9197624 w 10452098"/>
              <a:gd name="connsiteY18" fmla="*/ 437576 h 6857999"/>
              <a:gd name="connsiteX19" fmla="*/ 9159016 w 10452098"/>
              <a:gd name="connsiteY19" fmla="*/ 454457 h 6857999"/>
              <a:gd name="connsiteX20" fmla="*/ 9159016 w 10452098"/>
              <a:gd name="connsiteY20" fmla="*/ 439671 h 6857999"/>
              <a:gd name="connsiteX21" fmla="*/ 9143999 w 10452098"/>
              <a:gd name="connsiteY21" fmla="*/ 439671 h 6857999"/>
              <a:gd name="connsiteX22" fmla="*/ 9143999 w 10452098"/>
              <a:gd name="connsiteY22" fmla="*/ 566366 h 6857999"/>
              <a:gd name="connsiteX23" fmla="*/ 9159541 w 10452098"/>
              <a:gd name="connsiteY23" fmla="*/ 566366 h 6857999"/>
              <a:gd name="connsiteX24" fmla="*/ 9159541 w 10452098"/>
              <a:gd name="connsiteY24" fmla="*/ 510138 h 6857999"/>
              <a:gd name="connsiteX25" fmla="*/ 9195219 w 10452098"/>
              <a:gd name="connsiteY25" fmla="*/ 452058 h 6857999"/>
              <a:gd name="connsiteX26" fmla="*/ 9224174 w 10452098"/>
              <a:gd name="connsiteY26" fmla="*/ 489280 h 6857999"/>
              <a:gd name="connsiteX27" fmla="*/ 9224174 w 10452098"/>
              <a:gd name="connsiteY27" fmla="*/ 566366 h 6857999"/>
              <a:gd name="connsiteX28" fmla="*/ 9239716 w 10452098"/>
              <a:gd name="connsiteY28" fmla="*/ 566366 h 6857999"/>
              <a:gd name="connsiteX29" fmla="*/ 9239716 w 10452098"/>
              <a:gd name="connsiteY29" fmla="*/ 509591 h 6857999"/>
              <a:gd name="connsiteX30" fmla="*/ 9275363 w 10452098"/>
              <a:gd name="connsiteY30" fmla="*/ 452058 h 6857999"/>
              <a:gd name="connsiteX31" fmla="*/ 9304319 w 10452098"/>
              <a:gd name="connsiteY31" fmla="*/ 489280 h 6857999"/>
              <a:gd name="connsiteX32" fmla="*/ 9304319 w 10452098"/>
              <a:gd name="connsiteY32" fmla="*/ 566366 h 6857999"/>
              <a:gd name="connsiteX33" fmla="*/ 9319891 w 10452098"/>
              <a:gd name="connsiteY33" fmla="*/ 566366 h 6857999"/>
              <a:gd name="connsiteX34" fmla="*/ 9319891 w 10452098"/>
              <a:gd name="connsiteY34" fmla="*/ 489857 h 6857999"/>
              <a:gd name="connsiteX35" fmla="*/ 9316407 w 10452098"/>
              <a:gd name="connsiteY35" fmla="*/ 457644 h 6857999"/>
              <a:gd name="connsiteX36" fmla="*/ 9277522 w 10452098"/>
              <a:gd name="connsiteY36" fmla="*/ 437576 h 6857999"/>
              <a:gd name="connsiteX37" fmla="*/ 9235707 w 10452098"/>
              <a:gd name="connsiteY37" fmla="*/ 457887 h 6857999"/>
              <a:gd name="connsiteX38" fmla="*/ 9197624 w 10452098"/>
              <a:gd name="connsiteY38" fmla="*/ 437576 h 6857999"/>
              <a:gd name="connsiteX39" fmla="*/ 9854475 w 10452098"/>
              <a:gd name="connsiteY39" fmla="*/ 437575 h 6857999"/>
              <a:gd name="connsiteX40" fmla="*/ 9815343 w 10452098"/>
              <a:gd name="connsiteY40" fmla="*/ 454456 h 6857999"/>
              <a:gd name="connsiteX41" fmla="*/ 9815343 w 10452098"/>
              <a:gd name="connsiteY41" fmla="*/ 439670 h 6857999"/>
              <a:gd name="connsiteX42" fmla="*/ 9800326 w 10452098"/>
              <a:gd name="connsiteY42" fmla="*/ 439670 h 6857999"/>
              <a:gd name="connsiteX43" fmla="*/ 9800326 w 10452098"/>
              <a:gd name="connsiteY43" fmla="*/ 566365 h 6857999"/>
              <a:gd name="connsiteX44" fmla="*/ 9815868 w 10452098"/>
              <a:gd name="connsiteY44" fmla="*/ 566365 h 6857999"/>
              <a:gd name="connsiteX45" fmla="*/ 9815868 w 10452098"/>
              <a:gd name="connsiteY45" fmla="*/ 511442 h 6857999"/>
              <a:gd name="connsiteX46" fmla="*/ 9851515 w 10452098"/>
              <a:gd name="connsiteY46" fmla="*/ 452057 h 6857999"/>
              <a:gd name="connsiteX47" fmla="*/ 9879391 w 10452098"/>
              <a:gd name="connsiteY47" fmla="*/ 474494 h 6857999"/>
              <a:gd name="connsiteX48" fmla="*/ 9879391 w 10452098"/>
              <a:gd name="connsiteY48" fmla="*/ 474524 h 6857999"/>
              <a:gd name="connsiteX49" fmla="*/ 9893884 w 10452098"/>
              <a:gd name="connsiteY49" fmla="*/ 474524 h 6857999"/>
              <a:gd name="connsiteX50" fmla="*/ 9854475 w 10452098"/>
              <a:gd name="connsiteY50" fmla="*/ 437575 h 6857999"/>
              <a:gd name="connsiteX51" fmla="*/ 9707815 w 10452098"/>
              <a:gd name="connsiteY51" fmla="*/ 437546 h 6857999"/>
              <a:gd name="connsiteX52" fmla="*/ 9652310 w 10452098"/>
              <a:gd name="connsiteY52" fmla="*/ 475557 h 6857999"/>
              <a:gd name="connsiteX53" fmla="*/ 9666803 w 10452098"/>
              <a:gd name="connsiteY53" fmla="*/ 475557 h 6857999"/>
              <a:gd name="connsiteX54" fmla="*/ 9705688 w 10452098"/>
              <a:gd name="connsiteY54" fmla="*/ 452057 h 6857999"/>
              <a:gd name="connsiteX55" fmla="*/ 9737049 w 10452098"/>
              <a:gd name="connsiteY55" fmla="*/ 459436 h 6857999"/>
              <a:gd name="connsiteX56" fmla="*/ 9743216 w 10452098"/>
              <a:gd name="connsiteY56" fmla="*/ 486093 h 6857999"/>
              <a:gd name="connsiteX57" fmla="*/ 9743216 w 10452098"/>
              <a:gd name="connsiteY57" fmla="*/ 490312 h 6857999"/>
              <a:gd name="connsiteX58" fmla="*/ 9700045 w 10452098"/>
              <a:gd name="connsiteY58" fmla="*/ 490312 h 6857999"/>
              <a:gd name="connsiteX59" fmla="*/ 9648825 w 10452098"/>
              <a:gd name="connsiteY59" fmla="*/ 530175 h 6857999"/>
              <a:gd name="connsiteX60" fmla="*/ 9698688 w 10452098"/>
              <a:gd name="connsiteY60" fmla="*/ 568460 h 6857999"/>
              <a:gd name="connsiteX61" fmla="*/ 9744264 w 10452098"/>
              <a:gd name="connsiteY61" fmla="*/ 552097 h 6857999"/>
              <a:gd name="connsiteX62" fmla="*/ 9744264 w 10452098"/>
              <a:gd name="connsiteY62" fmla="*/ 566366 h 6857999"/>
              <a:gd name="connsiteX63" fmla="*/ 9759035 w 10452098"/>
              <a:gd name="connsiteY63" fmla="*/ 566366 h 6857999"/>
              <a:gd name="connsiteX64" fmla="*/ 9759035 w 10452098"/>
              <a:gd name="connsiteY64" fmla="*/ 493500 h 6857999"/>
              <a:gd name="connsiteX65" fmla="*/ 9757956 w 10452098"/>
              <a:gd name="connsiteY65" fmla="*/ 468423 h 6857999"/>
              <a:gd name="connsiteX66" fmla="*/ 9707815 w 10452098"/>
              <a:gd name="connsiteY66" fmla="*/ 437546 h 6857999"/>
              <a:gd name="connsiteX67" fmla="*/ 10152264 w 10452098"/>
              <a:gd name="connsiteY67" fmla="*/ 437545 h 6857999"/>
              <a:gd name="connsiteX68" fmla="*/ 10098115 w 10452098"/>
              <a:gd name="connsiteY68" fmla="*/ 474767 h 6857999"/>
              <a:gd name="connsiteX69" fmla="*/ 10149859 w 10452098"/>
              <a:gd name="connsiteY69" fmla="*/ 509621 h 6857999"/>
              <a:gd name="connsiteX70" fmla="*/ 10186061 w 10452098"/>
              <a:gd name="connsiteY70" fmla="*/ 532058 h 6857999"/>
              <a:gd name="connsiteX71" fmla="*/ 10147176 w 10452098"/>
              <a:gd name="connsiteY71" fmla="*/ 553705 h 6857999"/>
              <a:gd name="connsiteX72" fmla="*/ 10110449 w 10452098"/>
              <a:gd name="connsiteY72" fmla="*/ 530479 h 6857999"/>
              <a:gd name="connsiteX73" fmla="*/ 10095987 w 10452098"/>
              <a:gd name="connsiteY73" fmla="*/ 530479 h 6857999"/>
              <a:gd name="connsiteX74" fmla="*/ 10147453 w 10452098"/>
              <a:gd name="connsiteY74" fmla="*/ 568491 h 6857999"/>
              <a:gd name="connsiteX75" fmla="*/ 10201572 w 10452098"/>
              <a:gd name="connsiteY75" fmla="*/ 530206 h 6857999"/>
              <a:gd name="connsiteX76" fmla="*/ 10147669 w 10452098"/>
              <a:gd name="connsiteY76" fmla="*/ 494562 h 6857999"/>
              <a:gd name="connsiteX77" fmla="*/ 10113626 w 10452098"/>
              <a:gd name="connsiteY77" fmla="*/ 472642 h 6857999"/>
              <a:gd name="connsiteX78" fmla="*/ 10152511 w 10452098"/>
              <a:gd name="connsiteY78" fmla="*/ 451784 h 6857999"/>
              <a:gd name="connsiteX79" fmla="*/ 10187109 w 10452098"/>
              <a:gd name="connsiteY79" fmla="*/ 475557 h 6857999"/>
              <a:gd name="connsiteX80" fmla="*/ 10201603 w 10452098"/>
              <a:gd name="connsiteY80" fmla="*/ 475557 h 6857999"/>
              <a:gd name="connsiteX81" fmla="*/ 10152264 w 10452098"/>
              <a:gd name="connsiteY81" fmla="*/ 437545 h 6857999"/>
              <a:gd name="connsiteX82" fmla="*/ 9411784 w 10452098"/>
              <a:gd name="connsiteY82" fmla="*/ 437515 h 6857999"/>
              <a:gd name="connsiteX83" fmla="*/ 9356833 w 10452098"/>
              <a:gd name="connsiteY83" fmla="*/ 503519 h 6857999"/>
              <a:gd name="connsiteX84" fmla="*/ 9412617 w 10452098"/>
              <a:gd name="connsiteY84" fmla="*/ 568461 h 6857999"/>
              <a:gd name="connsiteX85" fmla="*/ 9464638 w 10452098"/>
              <a:gd name="connsiteY85" fmla="*/ 530449 h 6857999"/>
              <a:gd name="connsiteX86" fmla="*/ 9450176 w 10452098"/>
              <a:gd name="connsiteY86" fmla="*/ 530449 h 6857999"/>
              <a:gd name="connsiteX87" fmla="*/ 9412894 w 10452098"/>
              <a:gd name="connsiteY87" fmla="*/ 554221 h 6857999"/>
              <a:gd name="connsiteX88" fmla="*/ 9372406 w 10452098"/>
              <a:gd name="connsiteY88" fmla="*/ 506707 h 6857999"/>
              <a:gd name="connsiteX89" fmla="*/ 9372406 w 10452098"/>
              <a:gd name="connsiteY89" fmla="*/ 506677 h 6857999"/>
              <a:gd name="connsiteX90" fmla="*/ 9466488 w 10452098"/>
              <a:gd name="connsiteY90" fmla="*/ 506677 h 6857999"/>
              <a:gd name="connsiteX91" fmla="*/ 9411784 w 10452098"/>
              <a:gd name="connsiteY91" fmla="*/ 437515 h 6857999"/>
              <a:gd name="connsiteX92" fmla="*/ 9927373 w 10452098"/>
              <a:gd name="connsiteY92" fmla="*/ 390304 h 6857999"/>
              <a:gd name="connsiteX93" fmla="*/ 9927373 w 10452098"/>
              <a:gd name="connsiteY93" fmla="*/ 439670 h 6857999"/>
              <a:gd name="connsiteX94" fmla="*/ 9905664 w 10452098"/>
              <a:gd name="connsiteY94" fmla="*/ 439670 h 6857999"/>
              <a:gd name="connsiteX95" fmla="*/ 9905664 w 10452098"/>
              <a:gd name="connsiteY95" fmla="*/ 453393 h 6857999"/>
              <a:gd name="connsiteX96" fmla="*/ 9927373 w 10452098"/>
              <a:gd name="connsiteY96" fmla="*/ 453393 h 6857999"/>
              <a:gd name="connsiteX97" fmla="*/ 9927373 w 10452098"/>
              <a:gd name="connsiteY97" fmla="*/ 530752 h 6857999"/>
              <a:gd name="connsiteX98" fmla="*/ 9969188 w 10452098"/>
              <a:gd name="connsiteY98" fmla="*/ 568491 h 6857999"/>
              <a:gd name="connsiteX99" fmla="*/ 10012390 w 10452098"/>
              <a:gd name="connsiteY99" fmla="*/ 530479 h 6857999"/>
              <a:gd name="connsiteX100" fmla="*/ 9997896 w 10452098"/>
              <a:gd name="connsiteY100" fmla="*/ 530479 h 6857999"/>
              <a:gd name="connsiteX101" fmla="*/ 9969743 w 10452098"/>
              <a:gd name="connsiteY101" fmla="*/ 554768 h 6857999"/>
              <a:gd name="connsiteX102" fmla="*/ 9942915 w 10452098"/>
              <a:gd name="connsiteY102" fmla="*/ 530752 h 6857999"/>
              <a:gd name="connsiteX103" fmla="*/ 9942915 w 10452098"/>
              <a:gd name="connsiteY103" fmla="*/ 453393 h 6857999"/>
              <a:gd name="connsiteX104" fmla="*/ 10001628 w 10452098"/>
              <a:gd name="connsiteY104" fmla="*/ 453393 h 6857999"/>
              <a:gd name="connsiteX105" fmla="*/ 10001628 w 10452098"/>
              <a:gd name="connsiteY105" fmla="*/ 439670 h 6857999"/>
              <a:gd name="connsiteX106" fmla="*/ 9942915 w 10452098"/>
              <a:gd name="connsiteY106" fmla="*/ 439670 h 6857999"/>
              <a:gd name="connsiteX107" fmla="*/ 9942915 w 10452098"/>
              <a:gd name="connsiteY107" fmla="*/ 390304 h 6857999"/>
              <a:gd name="connsiteX108" fmla="*/ 10050411 w 10452098"/>
              <a:gd name="connsiteY108" fmla="*/ 388452 h 6857999"/>
              <a:gd name="connsiteX109" fmla="*/ 10040235 w 10452098"/>
              <a:gd name="connsiteY109" fmla="*/ 398471 h 6857999"/>
              <a:gd name="connsiteX110" fmla="*/ 10050411 w 10452098"/>
              <a:gd name="connsiteY110" fmla="*/ 408763 h 6857999"/>
              <a:gd name="connsiteX111" fmla="*/ 10060865 w 10452098"/>
              <a:gd name="connsiteY111" fmla="*/ 398471 h 6857999"/>
              <a:gd name="connsiteX112" fmla="*/ 10050411 w 10452098"/>
              <a:gd name="connsiteY112" fmla="*/ 388452 h 6857999"/>
              <a:gd name="connsiteX113" fmla="*/ 9596835 w 10452098"/>
              <a:gd name="connsiteY113" fmla="*/ 382381 h 6857999"/>
              <a:gd name="connsiteX114" fmla="*/ 9596835 w 10452098"/>
              <a:gd name="connsiteY114" fmla="*/ 453911 h 6857999"/>
              <a:gd name="connsiteX115" fmla="*/ 9554465 w 10452098"/>
              <a:gd name="connsiteY115" fmla="*/ 437546 h 6857999"/>
              <a:gd name="connsiteX116" fmla="*/ 9501642 w 10452098"/>
              <a:gd name="connsiteY116" fmla="*/ 502761 h 6857999"/>
              <a:gd name="connsiteX117" fmla="*/ 9554465 w 10452098"/>
              <a:gd name="connsiteY117" fmla="*/ 568492 h 6857999"/>
              <a:gd name="connsiteX118" fmla="*/ 9597359 w 10452098"/>
              <a:gd name="connsiteY118" fmla="*/ 551065 h 6857999"/>
              <a:gd name="connsiteX119" fmla="*/ 9597359 w 10452098"/>
              <a:gd name="connsiteY119" fmla="*/ 566367 h 6857999"/>
              <a:gd name="connsiteX120" fmla="*/ 9612376 w 10452098"/>
              <a:gd name="connsiteY120" fmla="*/ 566367 h 6857999"/>
              <a:gd name="connsiteX121" fmla="*/ 9612376 w 10452098"/>
              <a:gd name="connsiteY121" fmla="*/ 382381 h 6857999"/>
              <a:gd name="connsiteX122" fmla="*/ 0 w 10452098"/>
              <a:gd name="connsiteY122" fmla="*/ 0 h 6857999"/>
              <a:gd name="connsiteX123" fmla="*/ 10452098 w 10452098"/>
              <a:gd name="connsiteY123" fmla="*/ 0 h 6857999"/>
              <a:gd name="connsiteX124" fmla="*/ 10452098 w 10452098"/>
              <a:gd name="connsiteY124" fmla="*/ 6857999 h 6857999"/>
              <a:gd name="connsiteX125" fmla="*/ 0 w 10452098"/>
              <a:gd name="connsiteY12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0452098" h="6857999">
                <a:moveTo>
                  <a:pt x="9698935" y="504065"/>
                </a:moveTo>
                <a:lnTo>
                  <a:pt x="9743154" y="504065"/>
                </a:lnTo>
                <a:cubicBezTo>
                  <a:pt x="9743154" y="537857"/>
                  <a:pt x="9739947" y="554737"/>
                  <a:pt x="9697855" y="554737"/>
                </a:cubicBezTo>
                <a:cubicBezTo>
                  <a:pt x="9672908" y="554737"/>
                  <a:pt x="9664613" y="547360"/>
                  <a:pt x="9664613" y="529932"/>
                </a:cubicBezTo>
                <a:cubicBezTo>
                  <a:pt x="9664613" y="507224"/>
                  <a:pt x="9677226" y="504065"/>
                  <a:pt x="9698935" y="504065"/>
                </a:cubicBezTo>
                <a:close/>
                <a:moveTo>
                  <a:pt x="9553108" y="452059"/>
                </a:moveTo>
                <a:cubicBezTo>
                  <a:pt x="9586073" y="452059"/>
                  <a:pt x="9597081" y="463171"/>
                  <a:pt x="9597081" y="503277"/>
                </a:cubicBezTo>
                <a:cubicBezTo>
                  <a:pt x="9597081" y="543414"/>
                  <a:pt x="9586073" y="553706"/>
                  <a:pt x="9553108" y="553706"/>
                </a:cubicBezTo>
                <a:cubicBezTo>
                  <a:pt x="9521192" y="553706"/>
                  <a:pt x="9517184" y="536279"/>
                  <a:pt x="9517184" y="503277"/>
                </a:cubicBezTo>
                <a:cubicBezTo>
                  <a:pt x="9517184" y="470275"/>
                  <a:pt x="9521192" y="452059"/>
                  <a:pt x="9553108" y="452059"/>
                </a:cubicBezTo>
                <a:close/>
                <a:moveTo>
                  <a:pt x="9411815" y="451542"/>
                </a:moveTo>
                <a:cubicBezTo>
                  <a:pt x="9442929" y="451542"/>
                  <a:pt x="9451502" y="462107"/>
                  <a:pt x="9451502" y="492711"/>
                </a:cubicBezTo>
                <a:lnTo>
                  <a:pt x="9372683" y="492711"/>
                </a:lnTo>
                <a:cubicBezTo>
                  <a:pt x="9372683" y="464475"/>
                  <a:pt x="9381780" y="451542"/>
                  <a:pt x="9411815" y="451542"/>
                </a:cubicBezTo>
                <a:close/>
                <a:moveTo>
                  <a:pt x="10042640" y="439670"/>
                </a:moveTo>
                <a:lnTo>
                  <a:pt x="10042640" y="566365"/>
                </a:lnTo>
                <a:lnTo>
                  <a:pt x="10058182" y="566365"/>
                </a:lnTo>
                <a:lnTo>
                  <a:pt x="10058182" y="439670"/>
                </a:lnTo>
                <a:close/>
                <a:moveTo>
                  <a:pt x="9197624" y="437576"/>
                </a:moveTo>
                <a:cubicBezTo>
                  <a:pt x="9177796" y="437576"/>
                  <a:pt x="9165708" y="444680"/>
                  <a:pt x="9159016" y="454457"/>
                </a:cubicBezTo>
                <a:lnTo>
                  <a:pt x="9159016" y="439671"/>
                </a:lnTo>
                <a:lnTo>
                  <a:pt x="9143999" y="439671"/>
                </a:lnTo>
                <a:lnTo>
                  <a:pt x="9143999" y="566366"/>
                </a:lnTo>
                <a:lnTo>
                  <a:pt x="9159541" y="566366"/>
                </a:lnTo>
                <a:lnTo>
                  <a:pt x="9159541" y="510138"/>
                </a:lnTo>
                <a:cubicBezTo>
                  <a:pt x="9159541" y="483481"/>
                  <a:pt x="9158461" y="452058"/>
                  <a:pt x="9195219" y="452058"/>
                </a:cubicBezTo>
                <a:cubicBezTo>
                  <a:pt x="9224174" y="452058"/>
                  <a:pt x="9224174" y="466054"/>
                  <a:pt x="9224174" y="489280"/>
                </a:cubicBezTo>
                <a:lnTo>
                  <a:pt x="9224174" y="566366"/>
                </a:lnTo>
                <a:lnTo>
                  <a:pt x="9239716" y="566366"/>
                </a:lnTo>
                <a:lnTo>
                  <a:pt x="9239716" y="509591"/>
                </a:lnTo>
                <a:cubicBezTo>
                  <a:pt x="9239716" y="482935"/>
                  <a:pt x="9238637" y="452058"/>
                  <a:pt x="9275363" y="452058"/>
                </a:cubicBezTo>
                <a:cubicBezTo>
                  <a:pt x="9304319" y="452058"/>
                  <a:pt x="9304319" y="466054"/>
                  <a:pt x="9304319" y="489280"/>
                </a:cubicBezTo>
                <a:lnTo>
                  <a:pt x="9304319" y="566366"/>
                </a:lnTo>
                <a:lnTo>
                  <a:pt x="9319891" y="566366"/>
                </a:lnTo>
                <a:lnTo>
                  <a:pt x="9319891" y="489857"/>
                </a:lnTo>
                <a:cubicBezTo>
                  <a:pt x="9319891" y="477166"/>
                  <a:pt x="9320415" y="467421"/>
                  <a:pt x="9316407" y="457644"/>
                </a:cubicBezTo>
                <a:cubicBezTo>
                  <a:pt x="9310764" y="444164"/>
                  <a:pt x="9296825" y="437576"/>
                  <a:pt x="9277522" y="437576"/>
                </a:cubicBezTo>
                <a:cubicBezTo>
                  <a:pt x="9258218" y="437576"/>
                  <a:pt x="9244835" y="444164"/>
                  <a:pt x="9235707" y="457887"/>
                </a:cubicBezTo>
                <a:cubicBezTo>
                  <a:pt x="9230064" y="444164"/>
                  <a:pt x="9216928" y="437576"/>
                  <a:pt x="9197624" y="437576"/>
                </a:cubicBezTo>
                <a:close/>
                <a:moveTo>
                  <a:pt x="9854475" y="437575"/>
                </a:moveTo>
                <a:cubicBezTo>
                  <a:pt x="9837607" y="437575"/>
                  <a:pt x="9824471" y="442311"/>
                  <a:pt x="9815343" y="454456"/>
                </a:cubicBezTo>
                <a:lnTo>
                  <a:pt x="9815343" y="439670"/>
                </a:lnTo>
                <a:lnTo>
                  <a:pt x="9800326" y="439670"/>
                </a:lnTo>
                <a:lnTo>
                  <a:pt x="9800326" y="566365"/>
                </a:lnTo>
                <a:lnTo>
                  <a:pt x="9815868" y="566365"/>
                </a:lnTo>
                <a:lnTo>
                  <a:pt x="9815868" y="511442"/>
                </a:lnTo>
                <a:cubicBezTo>
                  <a:pt x="9815868" y="485848"/>
                  <a:pt x="9813709" y="452057"/>
                  <a:pt x="9851515" y="452057"/>
                </a:cubicBezTo>
                <a:cubicBezTo>
                  <a:pt x="9871867" y="452057"/>
                  <a:pt x="9879391" y="457067"/>
                  <a:pt x="9879391" y="474494"/>
                </a:cubicBezTo>
                <a:lnTo>
                  <a:pt x="9879391" y="474524"/>
                </a:lnTo>
                <a:lnTo>
                  <a:pt x="9893884" y="474524"/>
                </a:lnTo>
                <a:cubicBezTo>
                  <a:pt x="9893884" y="449203"/>
                  <a:pt x="9880224" y="437575"/>
                  <a:pt x="9854475" y="437575"/>
                </a:cubicBezTo>
                <a:close/>
                <a:moveTo>
                  <a:pt x="9707815" y="437546"/>
                </a:moveTo>
                <a:cubicBezTo>
                  <a:pt x="9674296" y="437546"/>
                  <a:pt x="9652310" y="445713"/>
                  <a:pt x="9652310" y="475557"/>
                </a:cubicBezTo>
                <a:lnTo>
                  <a:pt x="9666803" y="475557"/>
                </a:lnTo>
                <a:cubicBezTo>
                  <a:pt x="9666803" y="452847"/>
                  <a:pt x="9687463" y="452057"/>
                  <a:pt x="9705688" y="452057"/>
                </a:cubicBezTo>
                <a:cubicBezTo>
                  <a:pt x="9723912" y="452057"/>
                  <a:pt x="9731961" y="454426"/>
                  <a:pt x="9737049" y="459436"/>
                </a:cubicBezTo>
                <a:cubicBezTo>
                  <a:pt x="9744295" y="466298"/>
                  <a:pt x="9743216" y="477105"/>
                  <a:pt x="9743216" y="486093"/>
                </a:cubicBezTo>
                <a:lnTo>
                  <a:pt x="9743216" y="490312"/>
                </a:lnTo>
                <a:lnTo>
                  <a:pt x="9700045" y="490312"/>
                </a:lnTo>
                <a:cubicBezTo>
                  <a:pt x="9671613" y="490312"/>
                  <a:pt x="9648825" y="495322"/>
                  <a:pt x="9648825" y="530175"/>
                </a:cubicBezTo>
                <a:cubicBezTo>
                  <a:pt x="9648825" y="557380"/>
                  <a:pt x="9665168" y="568460"/>
                  <a:pt x="9698688" y="568460"/>
                </a:cubicBezTo>
                <a:cubicBezTo>
                  <a:pt x="9720119" y="568460"/>
                  <a:pt x="9736771" y="563178"/>
                  <a:pt x="9744264" y="552097"/>
                </a:cubicBezTo>
                <a:lnTo>
                  <a:pt x="9744264" y="566366"/>
                </a:lnTo>
                <a:lnTo>
                  <a:pt x="9759035" y="566366"/>
                </a:lnTo>
                <a:lnTo>
                  <a:pt x="9759035" y="493500"/>
                </a:lnTo>
                <a:cubicBezTo>
                  <a:pt x="9759035" y="484513"/>
                  <a:pt x="9759282" y="475283"/>
                  <a:pt x="9757956" y="468423"/>
                </a:cubicBezTo>
                <a:cubicBezTo>
                  <a:pt x="9753947" y="443618"/>
                  <a:pt x="9732485" y="437546"/>
                  <a:pt x="9707815" y="437546"/>
                </a:cubicBezTo>
                <a:close/>
                <a:moveTo>
                  <a:pt x="10152264" y="437545"/>
                </a:moveTo>
                <a:cubicBezTo>
                  <a:pt x="10116894" y="437545"/>
                  <a:pt x="10098115" y="445985"/>
                  <a:pt x="10098115" y="474767"/>
                </a:cubicBezTo>
                <a:cubicBezTo>
                  <a:pt x="10098115" y="510411"/>
                  <a:pt x="10122507" y="508832"/>
                  <a:pt x="10149859" y="509621"/>
                </a:cubicBezTo>
                <a:cubicBezTo>
                  <a:pt x="10179369" y="510684"/>
                  <a:pt x="10186061" y="509894"/>
                  <a:pt x="10186061" y="532058"/>
                </a:cubicBezTo>
                <a:cubicBezTo>
                  <a:pt x="10186061" y="547359"/>
                  <a:pt x="10176131" y="553705"/>
                  <a:pt x="10147176" y="553705"/>
                </a:cubicBezTo>
                <a:cubicBezTo>
                  <a:pt x="10119299" y="553705"/>
                  <a:pt x="10110449" y="547906"/>
                  <a:pt x="10110449" y="530479"/>
                </a:cubicBezTo>
                <a:lnTo>
                  <a:pt x="10095987" y="530479"/>
                </a:lnTo>
                <a:cubicBezTo>
                  <a:pt x="10095987" y="558714"/>
                  <a:pt x="10112608" y="568491"/>
                  <a:pt x="10147453" y="568491"/>
                </a:cubicBezTo>
                <a:cubicBezTo>
                  <a:pt x="10183131" y="568491"/>
                  <a:pt x="10201633" y="558988"/>
                  <a:pt x="10201572" y="530206"/>
                </a:cubicBezTo>
                <a:cubicBezTo>
                  <a:pt x="10201572" y="492710"/>
                  <a:pt x="10175268" y="495868"/>
                  <a:pt x="10147669" y="494562"/>
                </a:cubicBezTo>
                <a:cubicBezTo>
                  <a:pt x="10122753" y="493500"/>
                  <a:pt x="10113626" y="495595"/>
                  <a:pt x="10113626" y="472642"/>
                </a:cubicBezTo>
                <a:cubicBezTo>
                  <a:pt x="10113626" y="457583"/>
                  <a:pt x="10123277" y="451784"/>
                  <a:pt x="10152511" y="451784"/>
                </a:cubicBezTo>
                <a:cubicBezTo>
                  <a:pt x="10178783" y="451784"/>
                  <a:pt x="10187109" y="458676"/>
                  <a:pt x="10187109" y="475557"/>
                </a:cubicBezTo>
                <a:lnTo>
                  <a:pt x="10201603" y="475557"/>
                </a:lnTo>
                <a:cubicBezTo>
                  <a:pt x="10201603" y="446259"/>
                  <a:pt x="10183378" y="437545"/>
                  <a:pt x="10152264" y="437545"/>
                </a:cubicBezTo>
                <a:close/>
                <a:moveTo>
                  <a:pt x="9411784" y="437515"/>
                </a:moveTo>
                <a:cubicBezTo>
                  <a:pt x="9364080" y="437515"/>
                  <a:pt x="9356833" y="461804"/>
                  <a:pt x="9356833" y="503519"/>
                </a:cubicBezTo>
                <a:cubicBezTo>
                  <a:pt x="9356833" y="544445"/>
                  <a:pt x="9363278" y="568461"/>
                  <a:pt x="9412617" y="568461"/>
                </a:cubicBezTo>
                <a:cubicBezTo>
                  <a:pt x="9439691" y="568461"/>
                  <a:pt x="9464638" y="561083"/>
                  <a:pt x="9464638" y="530449"/>
                </a:cubicBezTo>
                <a:lnTo>
                  <a:pt x="9450176" y="530449"/>
                </a:lnTo>
                <a:cubicBezTo>
                  <a:pt x="9450176" y="551580"/>
                  <a:pt x="9430317" y="554221"/>
                  <a:pt x="9412894" y="554221"/>
                </a:cubicBezTo>
                <a:cubicBezTo>
                  <a:pt x="9376692" y="554221"/>
                  <a:pt x="9372406" y="538646"/>
                  <a:pt x="9372406" y="506707"/>
                </a:cubicBezTo>
                <a:lnTo>
                  <a:pt x="9372406" y="506677"/>
                </a:lnTo>
                <a:lnTo>
                  <a:pt x="9466488" y="506677"/>
                </a:lnTo>
                <a:cubicBezTo>
                  <a:pt x="9466488" y="464445"/>
                  <a:pt x="9464083" y="437515"/>
                  <a:pt x="9411784" y="437515"/>
                </a:cubicBezTo>
                <a:close/>
                <a:moveTo>
                  <a:pt x="9927373" y="390304"/>
                </a:moveTo>
                <a:lnTo>
                  <a:pt x="9927373" y="439670"/>
                </a:lnTo>
                <a:lnTo>
                  <a:pt x="9905664" y="439670"/>
                </a:lnTo>
                <a:lnTo>
                  <a:pt x="9905664" y="453393"/>
                </a:lnTo>
                <a:lnTo>
                  <a:pt x="9927373" y="453393"/>
                </a:lnTo>
                <a:lnTo>
                  <a:pt x="9927373" y="530752"/>
                </a:lnTo>
                <a:cubicBezTo>
                  <a:pt x="9927373" y="557136"/>
                  <a:pt x="9941034" y="568491"/>
                  <a:pt x="9969188" y="568491"/>
                </a:cubicBezTo>
                <a:cubicBezTo>
                  <a:pt x="9995738" y="568491"/>
                  <a:pt x="10012359" y="558198"/>
                  <a:pt x="10012390" y="530479"/>
                </a:cubicBezTo>
                <a:lnTo>
                  <a:pt x="9997896" y="530479"/>
                </a:lnTo>
                <a:cubicBezTo>
                  <a:pt x="9997896" y="547633"/>
                  <a:pt x="9990126" y="554768"/>
                  <a:pt x="9969743" y="554768"/>
                </a:cubicBezTo>
                <a:cubicBezTo>
                  <a:pt x="9950963" y="554768"/>
                  <a:pt x="9942915" y="548969"/>
                  <a:pt x="9942915" y="530752"/>
                </a:cubicBezTo>
                <a:lnTo>
                  <a:pt x="9942915" y="453393"/>
                </a:lnTo>
                <a:lnTo>
                  <a:pt x="10001628" y="453393"/>
                </a:lnTo>
                <a:lnTo>
                  <a:pt x="10001628" y="439670"/>
                </a:lnTo>
                <a:lnTo>
                  <a:pt x="9942915" y="439670"/>
                </a:lnTo>
                <a:lnTo>
                  <a:pt x="9942915" y="390304"/>
                </a:lnTo>
                <a:close/>
                <a:moveTo>
                  <a:pt x="10050411" y="388452"/>
                </a:moveTo>
                <a:cubicBezTo>
                  <a:pt x="10043719" y="388452"/>
                  <a:pt x="10040235" y="391883"/>
                  <a:pt x="10040235" y="398471"/>
                </a:cubicBezTo>
                <a:cubicBezTo>
                  <a:pt x="10040235" y="404816"/>
                  <a:pt x="10043719" y="408763"/>
                  <a:pt x="10050411" y="408763"/>
                </a:cubicBezTo>
                <a:cubicBezTo>
                  <a:pt x="10057103" y="408763"/>
                  <a:pt x="10060865" y="404816"/>
                  <a:pt x="10060865" y="398471"/>
                </a:cubicBezTo>
                <a:cubicBezTo>
                  <a:pt x="10060865" y="391883"/>
                  <a:pt x="10057103" y="388452"/>
                  <a:pt x="10050411" y="388452"/>
                </a:cubicBezTo>
                <a:close/>
                <a:moveTo>
                  <a:pt x="9596835" y="382381"/>
                </a:moveTo>
                <a:lnTo>
                  <a:pt x="9596835" y="453911"/>
                </a:lnTo>
                <a:cubicBezTo>
                  <a:pt x="9588262" y="443102"/>
                  <a:pt x="9574848" y="437546"/>
                  <a:pt x="9554465" y="437546"/>
                </a:cubicBezTo>
                <a:cubicBezTo>
                  <a:pt x="9504325" y="437546"/>
                  <a:pt x="9501642" y="467907"/>
                  <a:pt x="9501642" y="502761"/>
                </a:cubicBezTo>
                <a:cubicBezTo>
                  <a:pt x="9501642" y="541046"/>
                  <a:pt x="9505928" y="568492"/>
                  <a:pt x="9554465" y="568492"/>
                </a:cubicBezTo>
                <a:cubicBezTo>
                  <a:pt x="9574571" y="568492"/>
                  <a:pt x="9589033" y="562420"/>
                  <a:pt x="9597359" y="551065"/>
                </a:cubicBezTo>
                <a:lnTo>
                  <a:pt x="9597359" y="566367"/>
                </a:lnTo>
                <a:lnTo>
                  <a:pt x="9612376" y="566367"/>
                </a:lnTo>
                <a:lnTo>
                  <a:pt x="9612376" y="382381"/>
                </a:lnTo>
                <a:close/>
                <a:moveTo>
                  <a:pt x="0" y="0"/>
                </a:moveTo>
                <a:lnTo>
                  <a:pt x="10452098" y="0"/>
                </a:lnTo>
                <a:lnTo>
                  <a:pt x="10452098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AC98E1-77E3-9544-F913-797F08AAE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A924-419A-6F83-69DD-7D163675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A8C9-410C-3196-C7BF-7272F5D0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7A46-137B-0925-9539-110A58FC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5840"/>
            <a:ext cx="5641200" cy="176685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9AE4-DCE9-C943-BC3C-0613F4758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2804908"/>
            <a:ext cx="5641200" cy="1500187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43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0" descr="A person stretching her arms&#10;&#10;AI-generated content may be incorrect.">
            <a:extLst>
              <a:ext uri="{FF2B5EF4-FFF2-40B4-BE49-F238E27FC236}">
                <a16:creationId xmlns:a16="http://schemas.microsoft.com/office/drawing/2014/main" id="{73A23B96-09FA-D5DB-45DE-08DAFC903E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023" t="-5592" b="-3431"/>
          <a:stretch/>
        </p:blipFill>
        <p:spPr>
          <a:xfrm>
            <a:off x="1974003" y="0"/>
            <a:ext cx="10103696" cy="6629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6AC98E1-77E3-9544-F913-797F08AAE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A924-419A-6F83-69DD-7D163675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A8C9-410C-3196-C7BF-7272F5D0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7A46-137B-0925-9539-110A58FC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5840"/>
            <a:ext cx="5641200" cy="176685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9AE4-DCE9-C943-BC3C-0613F4758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2804908"/>
            <a:ext cx="5641200" cy="1500187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93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8" descr="A person sitting on the floor&#10;&#10;AI-generated content may be incorrect.">
            <a:extLst>
              <a:ext uri="{FF2B5EF4-FFF2-40B4-BE49-F238E27FC236}">
                <a16:creationId xmlns:a16="http://schemas.microsoft.com/office/drawing/2014/main" id="{FD27B258-4994-1F3A-B759-035A38798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24" t="3594" r="40453" b="3594"/>
          <a:stretch/>
        </p:blipFill>
        <p:spPr>
          <a:xfrm>
            <a:off x="6096000" y="0"/>
            <a:ext cx="6095998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6AC98E1-77E3-9544-F913-797F08AAE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A924-419A-6F83-69DD-7D163675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A8C9-410C-3196-C7BF-7272F5D0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7A46-137B-0925-9539-110A58FC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5840"/>
            <a:ext cx="5641200" cy="176685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9AE4-DCE9-C943-BC3C-0613F4758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2804908"/>
            <a:ext cx="5641200" cy="1500187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902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7" descr="A person with her hand up and a skeleton&#10;&#10;AI-generated content may be incorrect.">
            <a:extLst>
              <a:ext uri="{FF2B5EF4-FFF2-40B4-BE49-F238E27FC236}">
                <a16:creationId xmlns:a16="http://schemas.microsoft.com/office/drawing/2014/main" id="{E0CB5F54-8B50-DDE7-0779-AEC36EB5F7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72875" y="807840"/>
            <a:ext cx="8919124" cy="5852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6AC98E1-77E3-9544-F913-797F08AAE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A924-419A-6F83-69DD-7D163675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A8C9-410C-3196-C7BF-7272F5D0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7A46-137B-0925-9539-110A58FC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5840"/>
            <a:ext cx="5641200" cy="1766857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9AE4-DCE9-C943-BC3C-0613F4758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2804908"/>
            <a:ext cx="5641200" cy="1500187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799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BC8C7C9-AA7D-7764-8EBE-7790E227FD9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000" y="5359262"/>
            <a:ext cx="1168400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32976A-A894-F1CD-27A6-8A66175942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ES"/>
              <a:t>Video slide</a:t>
            </a:r>
            <a:endParaRPr lang="en-GB"/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82EBC6E7-2D84-82DD-6657-722244D6229B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54000" y="1211385"/>
            <a:ext cx="11684000" cy="4147877"/>
          </a:xfrm>
        </p:spPr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1BF1D7E-6D23-6A55-0E62-22A9E3DE4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6" name="Rectangle 5">
            <a:hlinkClick r:id="rId4"/>
            <a:extLst>
              <a:ext uri="{FF2B5EF4-FFF2-40B4-BE49-F238E27FC236}">
                <a16:creationId xmlns:a16="http://schemas.microsoft.com/office/drawing/2014/main" id="{7B61119F-A12F-E916-3AE7-61053A949698}"/>
              </a:ext>
            </a:extLst>
          </p:cNvPr>
          <p:cNvSpPr/>
          <p:nvPr userDrawn="1"/>
        </p:nvSpPr>
        <p:spPr>
          <a:xfrm>
            <a:off x="8094152" y="5359262"/>
            <a:ext cx="3843848" cy="815916"/>
          </a:xfrm>
          <a:prstGeom prst="rect">
            <a:avLst/>
          </a:prstGeom>
          <a:solidFill>
            <a:schemeClr val="bg2"/>
          </a:solidFill>
        </p:spPr>
        <p:txBody>
          <a:bodyPr vert="horz" lIns="180000" tIns="45720" rIns="91440" bIns="45720" rtlCol="0" anchor="ctr" anchorCtr="0">
            <a:normAutofit/>
          </a:bodyPr>
          <a:lstStyle/>
          <a:p>
            <a:pPr lvl="0" indent="0">
              <a:lnSpc>
                <a:spcPct val="100000"/>
              </a:lnSpc>
              <a:spcBef>
                <a:spcPts val="600"/>
              </a:spcBef>
              <a:buSzPct val="105000"/>
              <a:buFont typeface="System Font Regular"/>
              <a:buNone/>
            </a:pPr>
            <a:r>
              <a:rPr lang="en-GB" sz="1800" b="1">
                <a:solidFill>
                  <a:schemeClr val="bg1"/>
                </a:solidFill>
              </a:rPr>
              <a:t>Click for more </a:t>
            </a:r>
            <a:br>
              <a:rPr lang="en-GB" sz="1800" b="1">
                <a:solidFill>
                  <a:schemeClr val="bg1"/>
                </a:solidFill>
              </a:rPr>
            </a:br>
            <a:r>
              <a:rPr lang="en-GB" sz="1800" b="0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Medartis’s</a:t>
            </a:r>
            <a:r>
              <a:rPr lang="en-GB"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videos on Vimeo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F5FCC46-58DF-ECEC-76BE-EFF51BBB66B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667" y="5500029"/>
            <a:ext cx="504532" cy="50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70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Placeholder 69">
            <a:extLst>
              <a:ext uri="{FF2B5EF4-FFF2-40B4-BE49-F238E27FC236}">
                <a16:creationId xmlns:a16="http://schemas.microsoft.com/office/drawing/2014/main" id="{EC52C9A0-EC11-C343-C616-9FC6CF1A62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878" y="3230193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6540692E-96F2-163C-B336-72CAA5FD4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3878" y="1558512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001451F0-69C0-345F-C62D-C8841D4E61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878" y="2946801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B3D5978-6C82-3B14-F504-625C5CEA1B54}"/>
              </a:ext>
            </a:extLst>
          </p:cNvPr>
          <p:cNvGrpSpPr/>
          <p:nvPr userDrawn="1"/>
        </p:nvGrpSpPr>
        <p:grpSpPr>
          <a:xfrm>
            <a:off x="254000" y="1523999"/>
            <a:ext cx="9299369" cy="2271393"/>
            <a:chOff x="254000" y="1053720"/>
            <a:chExt cx="9299369" cy="2520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D82F7A8-A213-CFA9-F8A2-DE19FE87C12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4000" y="1053720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DC0AA6B-EEC3-47F3-B7CC-D7C1F6259D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53790" y="1053720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46C8F2-3690-11DB-27FD-1323AC39C4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53580" y="1053720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2D2431C-E861-0C70-C329-4B98A7AF778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53369" y="1053720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 Placeholder 69">
            <a:extLst>
              <a:ext uri="{FF2B5EF4-FFF2-40B4-BE49-F238E27FC236}">
                <a16:creationId xmlns:a16="http://schemas.microsoft.com/office/drawing/2014/main" id="{B72CCAEE-F8D2-0B85-EDE6-B2BEEB4383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1039" y="3230193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76" name="Picture Placeholder 67">
            <a:extLst>
              <a:ext uri="{FF2B5EF4-FFF2-40B4-BE49-F238E27FC236}">
                <a16:creationId xmlns:a16="http://schemas.microsoft.com/office/drawing/2014/main" id="{E1AC36EE-DA06-2309-C012-D18BD8DF3AB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61039" y="1558512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77" name="Text Placeholder 69">
            <a:extLst>
              <a:ext uri="{FF2B5EF4-FFF2-40B4-BE49-F238E27FC236}">
                <a16:creationId xmlns:a16="http://schemas.microsoft.com/office/drawing/2014/main" id="{AE92B48E-D066-9362-69B8-A6F6FE386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61039" y="2946801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81" name="Text Placeholder 69">
            <a:extLst>
              <a:ext uri="{FF2B5EF4-FFF2-40B4-BE49-F238E27FC236}">
                <a16:creationId xmlns:a16="http://schemas.microsoft.com/office/drawing/2014/main" id="{67F84284-E149-E3F2-D249-F9F2070D88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2949" y="3230193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82" name="Picture Placeholder 67">
            <a:extLst>
              <a:ext uri="{FF2B5EF4-FFF2-40B4-BE49-F238E27FC236}">
                <a16:creationId xmlns:a16="http://schemas.microsoft.com/office/drawing/2014/main" id="{6EB685B2-BB79-BA4D-6ACB-E4A1C302522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72949" y="1558512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83" name="Text Placeholder 69">
            <a:extLst>
              <a:ext uri="{FF2B5EF4-FFF2-40B4-BE49-F238E27FC236}">
                <a16:creationId xmlns:a16="http://schemas.microsoft.com/office/drawing/2014/main" id="{2D250728-6A43-7BCB-20A5-B386A01480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2949" y="2946801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87" name="Text Placeholder 69">
            <a:extLst>
              <a:ext uri="{FF2B5EF4-FFF2-40B4-BE49-F238E27FC236}">
                <a16:creationId xmlns:a16="http://schemas.microsoft.com/office/drawing/2014/main" id="{570D8CE2-3545-D916-BFC5-4118F5A23D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71749" y="3230193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88" name="Picture Placeholder 67">
            <a:extLst>
              <a:ext uri="{FF2B5EF4-FFF2-40B4-BE49-F238E27FC236}">
                <a16:creationId xmlns:a16="http://schemas.microsoft.com/office/drawing/2014/main" id="{1728B183-E7A6-2093-3EFC-E47E6ADBF0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71749" y="1558512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89" name="Text Placeholder 69">
            <a:extLst>
              <a:ext uri="{FF2B5EF4-FFF2-40B4-BE49-F238E27FC236}">
                <a16:creationId xmlns:a16="http://schemas.microsoft.com/office/drawing/2014/main" id="{E76E501C-E812-14C0-A9BD-3A6D3718B6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71749" y="2946801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06" name="Text Placeholder 69">
            <a:extLst>
              <a:ext uri="{FF2B5EF4-FFF2-40B4-BE49-F238E27FC236}">
                <a16:creationId xmlns:a16="http://schemas.microsoft.com/office/drawing/2014/main" id="{BA9F61A9-A210-28EF-636E-F8047EB8A6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3878" y="5620226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07" name="Picture Placeholder 67">
            <a:extLst>
              <a:ext uri="{FF2B5EF4-FFF2-40B4-BE49-F238E27FC236}">
                <a16:creationId xmlns:a16="http://schemas.microsoft.com/office/drawing/2014/main" id="{A71C6C18-14D6-4F1A-D027-EF51EC7EEAB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63878" y="3948545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08" name="Text Placeholder 69">
            <a:extLst>
              <a:ext uri="{FF2B5EF4-FFF2-40B4-BE49-F238E27FC236}">
                <a16:creationId xmlns:a16="http://schemas.microsoft.com/office/drawing/2014/main" id="{B2934101-FBCF-A463-8FF1-73C2C3FBA0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3878" y="5336834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93BD633-092A-AD0B-89F3-9DC4D0D97879}"/>
              </a:ext>
            </a:extLst>
          </p:cNvPr>
          <p:cNvGrpSpPr/>
          <p:nvPr userDrawn="1"/>
        </p:nvGrpSpPr>
        <p:grpSpPr>
          <a:xfrm>
            <a:off x="254000" y="3914032"/>
            <a:ext cx="9299369" cy="2271393"/>
            <a:chOff x="254000" y="3665426"/>
            <a:chExt cx="9299369" cy="2520000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0D63C4-09C1-74CD-E434-3A85A95586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4000" y="3665426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4433EA8-0388-EE0A-9EDF-D12EDDC0826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53790" y="3665426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F6B334D-FE2D-FC6D-E5F8-091AF9E3DB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53580" y="3665426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419A319-ADED-66DC-5ACA-D3A71AA60F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53369" y="3665426"/>
              <a:ext cx="0" cy="2520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 Placeholder 69">
            <a:extLst>
              <a:ext uri="{FF2B5EF4-FFF2-40B4-BE49-F238E27FC236}">
                <a16:creationId xmlns:a16="http://schemas.microsoft.com/office/drawing/2014/main" id="{DC5FB68D-2F12-A177-BB62-8590E9FB6E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1039" y="5620226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14" name="Picture Placeholder 67">
            <a:extLst>
              <a:ext uri="{FF2B5EF4-FFF2-40B4-BE49-F238E27FC236}">
                <a16:creationId xmlns:a16="http://schemas.microsoft.com/office/drawing/2014/main" id="{238C8BC1-0005-44EA-CF27-4859401DBAD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61039" y="3948545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15" name="Text Placeholder 69">
            <a:extLst>
              <a:ext uri="{FF2B5EF4-FFF2-40B4-BE49-F238E27FC236}">
                <a16:creationId xmlns:a16="http://schemas.microsoft.com/office/drawing/2014/main" id="{C8463821-7221-247C-1A87-A9AB44674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61039" y="5336834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16" name="Text Placeholder 69">
            <a:extLst>
              <a:ext uri="{FF2B5EF4-FFF2-40B4-BE49-F238E27FC236}">
                <a16:creationId xmlns:a16="http://schemas.microsoft.com/office/drawing/2014/main" id="{BAAA655F-3306-543F-032D-1D547D2E7F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72949" y="5620226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17" name="Picture Placeholder 67">
            <a:extLst>
              <a:ext uri="{FF2B5EF4-FFF2-40B4-BE49-F238E27FC236}">
                <a16:creationId xmlns:a16="http://schemas.microsoft.com/office/drawing/2014/main" id="{5F89CD1B-1879-9CEF-307A-230968711B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572949" y="3948545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18" name="Text Placeholder 69">
            <a:extLst>
              <a:ext uri="{FF2B5EF4-FFF2-40B4-BE49-F238E27FC236}">
                <a16:creationId xmlns:a16="http://schemas.microsoft.com/office/drawing/2014/main" id="{F072E214-279F-43AE-455F-F1D9419977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2949" y="5336834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19" name="Text Placeholder 69">
            <a:extLst>
              <a:ext uri="{FF2B5EF4-FFF2-40B4-BE49-F238E27FC236}">
                <a16:creationId xmlns:a16="http://schemas.microsoft.com/office/drawing/2014/main" id="{5AB671D5-FABB-0C5E-8A8D-CE7CBC6455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71749" y="5620226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20" name="Picture Placeholder 67">
            <a:extLst>
              <a:ext uri="{FF2B5EF4-FFF2-40B4-BE49-F238E27FC236}">
                <a16:creationId xmlns:a16="http://schemas.microsoft.com/office/drawing/2014/main" id="{F15185C0-BC2D-1C67-6919-4AA0396D7DC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671749" y="3948545"/>
            <a:ext cx="1155277" cy="1392082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21" name="Text Placeholder 69">
            <a:extLst>
              <a:ext uri="{FF2B5EF4-FFF2-40B4-BE49-F238E27FC236}">
                <a16:creationId xmlns:a16="http://schemas.microsoft.com/office/drawing/2014/main" id="{5A50A377-C7E5-BBC0-1733-B44BAB7216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71749" y="5336834"/>
            <a:ext cx="2271600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098A4D-E6C0-FD7A-BD73-9D42E8552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344812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80">
            <a:extLst>
              <a:ext uri="{FF2B5EF4-FFF2-40B4-BE49-F238E27FC236}">
                <a16:creationId xmlns:a16="http://schemas.microsoft.com/office/drawing/2014/main" id="{AB1BF2D2-0FBD-E1C7-A481-50972B7E64A9}"/>
              </a:ext>
            </a:extLst>
          </p:cNvPr>
          <p:cNvSpPr/>
          <p:nvPr userDrawn="1"/>
        </p:nvSpPr>
        <p:spPr>
          <a:xfrm>
            <a:off x="0" y="3170701"/>
            <a:ext cx="12192000" cy="37542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tIns="45719" rIns="45719" bIns="45719" anchor="ctr"/>
          <a:lstStyle/>
          <a:p>
            <a:pPr defTabSz="228600" hangingPunct="0">
              <a:defRPr sz="1800"/>
            </a:pPr>
            <a:endParaRPr sz="900" kern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  <a:cs typeface="Helvetica"/>
              <a:sym typeface="Helvetica"/>
            </a:endParaRPr>
          </a:p>
        </p:txBody>
      </p:sp>
      <p:sp>
        <p:nvSpPr>
          <p:cNvPr id="95" name="Picture Placeholder 67">
            <a:extLst>
              <a:ext uri="{FF2B5EF4-FFF2-40B4-BE49-F238E27FC236}">
                <a16:creationId xmlns:a16="http://schemas.microsoft.com/office/drawing/2014/main" id="{644001E1-60E0-32C9-399C-4C001B1FABD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61193" y="4175582"/>
            <a:ext cx="710685" cy="85635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03" name="Picture Placeholder 67">
            <a:extLst>
              <a:ext uri="{FF2B5EF4-FFF2-40B4-BE49-F238E27FC236}">
                <a16:creationId xmlns:a16="http://schemas.microsoft.com/office/drawing/2014/main" id="{93E3EDFF-3C48-E38D-7621-B2C6AAE4D81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322861" y="4175582"/>
            <a:ext cx="710685" cy="85635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07" name="Picture Placeholder 67">
            <a:extLst>
              <a:ext uri="{FF2B5EF4-FFF2-40B4-BE49-F238E27FC236}">
                <a16:creationId xmlns:a16="http://schemas.microsoft.com/office/drawing/2014/main" id="{644EAAF0-C45F-4DE0-06B3-E6D4B1B6BDA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00642" y="4175582"/>
            <a:ext cx="710685" cy="85635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11" name="Picture Placeholder 67">
            <a:extLst>
              <a:ext uri="{FF2B5EF4-FFF2-40B4-BE49-F238E27FC236}">
                <a16:creationId xmlns:a16="http://schemas.microsoft.com/office/drawing/2014/main" id="{AC5DA314-2AB3-7032-9B4B-A9A052500B7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70367" y="4175582"/>
            <a:ext cx="710685" cy="85635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15" name="Picture Placeholder 67">
            <a:extLst>
              <a:ext uri="{FF2B5EF4-FFF2-40B4-BE49-F238E27FC236}">
                <a16:creationId xmlns:a16="http://schemas.microsoft.com/office/drawing/2014/main" id="{AC63B579-CC35-D627-F1B2-33BA899F43E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209818" y="4175582"/>
            <a:ext cx="710685" cy="85635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119" name="Picture Placeholder 67">
            <a:extLst>
              <a:ext uri="{FF2B5EF4-FFF2-40B4-BE49-F238E27FC236}">
                <a16:creationId xmlns:a16="http://schemas.microsoft.com/office/drawing/2014/main" id="{4C4CC2F4-0A2E-D5A4-4554-C54A9ED7ED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40093" y="4175582"/>
            <a:ext cx="710685" cy="85635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E2D4A36-CE56-CE4F-1984-EAA8463574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EE04E19-4280-4F22-3AEC-B795DE000113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000" y="1549401"/>
            <a:ext cx="393607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4837A90-7340-E89A-1C0D-57509FE07823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3828" y="382381"/>
            <a:ext cx="0" cy="278831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FA15356-9A62-D95E-A240-7A40BD83DEDE}"/>
              </a:ext>
            </a:extLst>
          </p:cNvPr>
          <p:cNvCxnSpPr>
            <a:cxnSpLocks/>
          </p:cNvCxnSpPr>
          <p:nvPr userDrawn="1"/>
        </p:nvCxnSpPr>
        <p:spPr>
          <a:xfrm flipH="1">
            <a:off x="5413828" y="2331356"/>
            <a:ext cx="152036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 Placeholder 69">
            <a:extLst>
              <a:ext uri="{FF2B5EF4-FFF2-40B4-BE49-F238E27FC236}">
                <a16:creationId xmlns:a16="http://schemas.microsoft.com/office/drawing/2014/main" id="{5B87128D-C583-CA0D-E716-C8E5205CDE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0112" y="1212113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84" name="Text Placeholder 69">
            <a:extLst>
              <a:ext uri="{FF2B5EF4-FFF2-40B4-BE49-F238E27FC236}">
                <a16:creationId xmlns:a16="http://schemas.microsoft.com/office/drawing/2014/main" id="{0F173BE8-5D4D-2031-EC2C-0D5D6F8D09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70112" y="928721"/>
            <a:ext cx="2271600" cy="288000"/>
          </a:xfrm>
          <a:solidFill>
            <a:schemeClr val="bg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85" name="Picture Placeholder 67">
            <a:extLst>
              <a:ext uri="{FF2B5EF4-FFF2-40B4-BE49-F238E27FC236}">
                <a16:creationId xmlns:a16="http://schemas.microsoft.com/office/drawing/2014/main" id="{211BD3A3-DFD3-5B78-037B-9969E202B2F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18362" y="385231"/>
            <a:ext cx="1155277" cy="1392082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sp>
        <p:nvSpPr>
          <p:cNvPr id="86" name="Text Placeholder 69">
            <a:extLst>
              <a:ext uri="{FF2B5EF4-FFF2-40B4-BE49-F238E27FC236}">
                <a16:creationId xmlns:a16="http://schemas.microsoft.com/office/drawing/2014/main" id="{8DEEB5C1-07CE-2F39-4D61-2500682C9D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54163" y="2331608"/>
            <a:ext cx="2271600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87" name="Text Placeholder 69">
            <a:extLst>
              <a:ext uri="{FF2B5EF4-FFF2-40B4-BE49-F238E27FC236}">
                <a16:creationId xmlns:a16="http://schemas.microsoft.com/office/drawing/2014/main" id="{39D9644C-29F4-4778-B627-CCCAD9CE8D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54163" y="2047964"/>
            <a:ext cx="2271600" cy="288000"/>
          </a:xfrm>
          <a:solidFill>
            <a:schemeClr val="bg1"/>
          </a:solidFill>
        </p:spPr>
        <p:txBody>
          <a:bodyPr lIns="36000"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88" name="Picture Placeholder 67">
            <a:extLst>
              <a:ext uri="{FF2B5EF4-FFF2-40B4-BE49-F238E27FC236}">
                <a16:creationId xmlns:a16="http://schemas.microsoft.com/office/drawing/2014/main" id="{8D20A62A-4885-F0E6-990F-AAA2EC7551D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044483" y="2040449"/>
            <a:ext cx="710685" cy="856359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E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A53A18-9341-417F-795F-F276E1D6C827}"/>
              </a:ext>
            </a:extLst>
          </p:cNvPr>
          <p:cNvCxnSpPr>
            <a:cxnSpLocks/>
          </p:cNvCxnSpPr>
          <p:nvPr userDrawn="1"/>
        </p:nvCxnSpPr>
        <p:spPr>
          <a:xfrm flipV="1">
            <a:off x="6937829" y="2040449"/>
            <a:ext cx="0" cy="856383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 Placeholder 69">
            <a:extLst>
              <a:ext uri="{FF2B5EF4-FFF2-40B4-BE49-F238E27FC236}">
                <a16:creationId xmlns:a16="http://schemas.microsoft.com/office/drawing/2014/main" id="{6FBE7CFF-482A-851B-2563-00FE86B34F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1193" y="5301286"/>
            <a:ext cx="1737232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94" name="Text Placeholder 69">
            <a:extLst>
              <a:ext uri="{FF2B5EF4-FFF2-40B4-BE49-F238E27FC236}">
                <a16:creationId xmlns:a16="http://schemas.microsoft.com/office/drawing/2014/main" id="{E04ECBA1-90A0-4953-3D8B-B57FE12983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1193" y="5017894"/>
            <a:ext cx="1737232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8FE2CE0-8F77-799B-8250-5675FACD0D8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001" y="3594448"/>
            <a:ext cx="1169304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B2169AF-6C6A-3108-CD4D-FFE87707F0C8}"/>
              </a:ext>
            </a:extLst>
          </p:cNvPr>
          <p:cNvCxnSpPr>
            <a:cxnSpLocks/>
          </p:cNvCxnSpPr>
          <p:nvPr userDrawn="1"/>
        </p:nvCxnSpPr>
        <p:spPr>
          <a:xfrm>
            <a:off x="5413828" y="3170699"/>
            <a:ext cx="0" cy="4237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A6040EB8-2065-1989-8A90-0D57462C28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22861" y="5301286"/>
            <a:ext cx="1737232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02" name="Text Placeholder 69">
            <a:extLst>
              <a:ext uri="{FF2B5EF4-FFF2-40B4-BE49-F238E27FC236}">
                <a16:creationId xmlns:a16="http://schemas.microsoft.com/office/drawing/2014/main" id="{E9B68F4E-F605-94F4-5F05-1DB9F86260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2861" y="5017894"/>
            <a:ext cx="1737232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05" name="Text Placeholder 69">
            <a:extLst>
              <a:ext uri="{FF2B5EF4-FFF2-40B4-BE49-F238E27FC236}">
                <a16:creationId xmlns:a16="http://schemas.microsoft.com/office/drawing/2014/main" id="{9015678B-E4B7-EAF2-07C2-CC432E114B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00642" y="5301286"/>
            <a:ext cx="1737232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06" name="Text Placeholder 69">
            <a:extLst>
              <a:ext uri="{FF2B5EF4-FFF2-40B4-BE49-F238E27FC236}">
                <a16:creationId xmlns:a16="http://schemas.microsoft.com/office/drawing/2014/main" id="{9B2D1049-FC5C-2C58-59E0-BCCADD86271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00642" y="5017894"/>
            <a:ext cx="1737232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09" name="Text Placeholder 69">
            <a:extLst>
              <a:ext uri="{FF2B5EF4-FFF2-40B4-BE49-F238E27FC236}">
                <a16:creationId xmlns:a16="http://schemas.microsoft.com/office/drawing/2014/main" id="{484587B0-6C40-4385-1EC7-C60F371F64F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0367" y="5301286"/>
            <a:ext cx="1737232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10" name="Text Placeholder 69">
            <a:extLst>
              <a:ext uri="{FF2B5EF4-FFF2-40B4-BE49-F238E27FC236}">
                <a16:creationId xmlns:a16="http://schemas.microsoft.com/office/drawing/2014/main" id="{AE97B090-C039-C742-B3EA-55BBB6CAE7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70367" y="5017894"/>
            <a:ext cx="1737232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13" name="Text Placeholder 69">
            <a:extLst>
              <a:ext uri="{FF2B5EF4-FFF2-40B4-BE49-F238E27FC236}">
                <a16:creationId xmlns:a16="http://schemas.microsoft.com/office/drawing/2014/main" id="{05802DDF-C472-FFD8-A49C-353963CD2A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09818" y="5301286"/>
            <a:ext cx="1737232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14" name="Text Placeholder 69">
            <a:extLst>
              <a:ext uri="{FF2B5EF4-FFF2-40B4-BE49-F238E27FC236}">
                <a16:creationId xmlns:a16="http://schemas.microsoft.com/office/drawing/2014/main" id="{8A7CAFA3-E45A-4C42-21B0-4648D043162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09818" y="5017894"/>
            <a:ext cx="1737232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17" name="Text Placeholder 69">
            <a:extLst>
              <a:ext uri="{FF2B5EF4-FFF2-40B4-BE49-F238E27FC236}">
                <a16:creationId xmlns:a16="http://schemas.microsoft.com/office/drawing/2014/main" id="{85108A90-607D-E352-900D-8DD0543B71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40093" y="5301286"/>
            <a:ext cx="1737232" cy="565200"/>
          </a:xfrm>
          <a:solidFill>
            <a:schemeClr val="accent1"/>
          </a:solidFill>
        </p:spPr>
        <p:txBody>
          <a:bodyPr lIns="36000">
            <a:noAutofit/>
          </a:bodyPr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Job</a:t>
            </a:r>
          </a:p>
        </p:txBody>
      </p:sp>
      <p:sp>
        <p:nvSpPr>
          <p:cNvPr id="118" name="Text Placeholder 69">
            <a:extLst>
              <a:ext uri="{FF2B5EF4-FFF2-40B4-BE49-F238E27FC236}">
                <a16:creationId xmlns:a16="http://schemas.microsoft.com/office/drawing/2014/main" id="{59CCA5A7-802F-8A27-0282-E8A585FBDC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40093" y="5017894"/>
            <a:ext cx="1737232" cy="288000"/>
          </a:xfrm>
          <a:solidFill>
            <a:schemeClr val="tx1"/>
          </a:solidFill>
        </p:spPr>
        <p:txBody>
          <a:bodyPr lIns="36000">
            <a:no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125" name="Title 124">
            <a:extLst>
              <a:ext uri="{FF2B5EF4-FFF2-40B4-BE49-F238E27FC236}">
                <a16:creationId xmlns:a16="http://schemas.microsoft.com/office/drawing/2014/main" id="{D1A67704-A35B-3665-4582-2F556B8D4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4000" y="880625"/>
            <a:ext cx="3936070" cy="64008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Org Chart</a:t>
            </a:r>
          </a:p>
        </p:txBody>
      </p:sp>
    </p:spTree>
    <p:extLst>
      <p:ext uri="{BB962C8B-B14F-4D97-AF65-F5344CB8AC3E}">
        <p14:creationId xmlns:p14="http://schemas.microsoft.com/office/powerpoint/2010/main" val="307976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/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259234-2E7B-BDEC-8CAB-BD696E9690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7541" y="1548557"/>
            <a:ext cx="4600800" cy="4626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BCB6F3-2765-3448-FC15-6242EC020456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200" y="1549401"/>
            <a:ext cx="66018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1AD923-F765-3885-C517-792CEBA5424C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200" y="6174557"/>
            <a:ext cx="66018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C6A118E-9D7A-5FF6-3265-F69F02CE3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24500" y="1988782"/>
            <a:ext cx="6113318" cy="374639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E2D4A36-CE56-CE4F-1984-EAA8463574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F46EBF5-96C9-4659-F212-B6910B2C9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Image &amp; Text</a:t>
            </a:r>
          </a:p>
        </p:txBody>
      </p:sp>
    </p:spTree>
    <p:extLst>
      <p:ext uri="{BB962C8B-B14F-4D97-AF65-F5344CB8AC3E}">
        <p14:creationId xmlns:p14="http://schemas.microsoft.com/office/powerpoint/2010/main" val="2456890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/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259234-2E7B-BDEC-8CAB-BD696E9690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7541" y="1548557"/>
            <a:ext cx="4600800" cy="4626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BCB6F3-2765-3448-FC15-6242EC020456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200" y="1549401"/>
            <a:ext cx="6601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1AD923-F765-3885-C517-792CEBA5424C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200" y="6174557"/>
            <a:ext cx="6601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C6A118E-9D7A-5FF6-3265-F69F02CE3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24500" y="1988782"/>
            <a:ext cx="6113318" cy="374639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526B6B-688D-05BF-A55E-0DA5989B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Image &amp; Text</a:t>
            </a:r>
          </a:p>
        </p:txBody>
      </p:sp>
    </p:spTree>
    <p:extLst>
      <p:ext uri="{BB962C8B-B14F-4D97-AF65-F5344CB8AC3E}">
        <p14:creationId xmlns:p14="http://schemas.microsoft.com/office/powerpoint/2010/main" val="3402937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CDAE58-09EC-C266-9C53-71413DBB9C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3998" y="1549401"/>
            <a:ext cx="4597200" cy="5652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783C18E-D7C1-CB1B-EC13-5A300F5A4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24500" y="2299855"/>
            <a:ext cx="6113318" cy="3877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8D7265AE-452C-D8F4-2FA8-DBDBE6600CF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53998" y="2299855"/>
            <a:ext cx="4597200" cy="387927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77DA70-7DC1-D2D7-C04A-EBEE1811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875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43DF42-86E7-26DC-8D46-BD6ECBAC9BE4}"/>
              </a:ext>
            </a:extLst>
          </p:cNvPr>
          <p:cNvGrpSpPr/>
          <p:nvPr userDrawn="1"/>
        </p:nvGrpSpPr>
        <p:grpSpPr>
          <a:xfrm>
            <a:off x="4120417" y="1465243"/>
            <a:ext cx="3893356" cy="4726237"/>
            <a:chOff x="4147356" y="1571905"/>
            <a:chExt cx="3893356" cy="4132203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DEEDC67-D728-FE36-AF7C-1B655E1B899C}"/>
                </a:ext>
              </a:extLst>
            </p:cNvPr>
            <p:cNvCxnSpPr>
              <a:cxnSpLocks/>
            </p:cNvCxnSpPr>
            <p:nvPr/>
          </p:nvCxnSpPr>
          <p:spPr>
            <a:xfrm>
              <a:off x="4147356" y="1571905"/>
              <a:ext cx="0" cy="413220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7D64DE-4A0A-89CF-ADBB-1205DA04565E}"/>
                </a:ext>
              </a:extLst>
            </p:cNvPr>
            <p:cNvCxnSpPr>
              <a:cxnSpLocks/>
            </p:cNvCxnSpPr>
            <p:nvPr/>
          </p:nvCxnSpPr>
          <p:spPr>
            <a:xfrm>
              <a:off x="8040712" y="1571905"/>
              <a:ext cx="0" cy="413220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1C489A5-F38E-D1F7-577F-798A7AB142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5956" y="2611037"/>
            <a:ext cx="3520800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6C1C8FD8-8B79-E162-3414-B9F1B70C0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956" y="2148328"/>
            <a:ext cx="3520800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D6FA352-4299-2E76-A0A0-2C2EAC7557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5956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303FA0F4-B4A4-322E-7703-F8826EB456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4062" y="2611037"/>
            <a:ext cx="3520800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CCD18D13-E2EC-108E-B587-C7692C99BF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4062" y="2148328"/>
            <a:ext cx="3520800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7870742F-4331-A276-C2ED-7A002B7DC4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34062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9064BF94-5387-68EB-ED2E-DD981AD4AA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3016" y="2611037"/>
            <a:ext cx="3520800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59D4B756-416C-9438-82E7-86260A292D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3016" y="2148328"/>
            <a:ext cx="3520800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1" name="Picture Placeholder 24">
            <a:extLst>
              <a:ext uri="{FF2B5EF4-FFF2-40B4-BE49-F238E27FC236}">
                <a16:creationId xmlns:a16="http://schemas.microsoft.com/office/drawing/2014/main" id="{0300C48F-7B5C-3337-EE71-B692D37373D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3016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E32C2C-528B-03D2-C5A1-210261E5F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3 columns </a:t>
            </a:r>
          </a:p>
        </p:txBody>
      </p:sp>
    </p:spTree>
    <p:extLst>
      <p:ext uri="{BB962C8B-B14F-4D97-AF65-F5344CB8AC3E}">
        <p14:creationId xmlns:p14="http://schemas.microsoft.com/office/powerpoint/2010/main" val="3179658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1C489A5-F38E-D1F7-577F-798A7AB142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5956" y="2611037"/>
            <a:ext cx="2772666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6C1C8FD8-8B79-E162-3414-B9F1B70C0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956" y="2148328"/>
            <a:ext cx="2772666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D6FA352-4299-2E76-A0A0-2C2EAC7557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5956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55C0EC-B1A0-C802-F894-F70E57703670}"/>
              </a:ext>
            </a:extLst>
          </p:cNvPr>
          <p:cNvGrpSpPr/>
          <p:nvPr userDrawn="1"/>
        </p:nvGrpSpPr>
        <p:grpSpPr>
          <a:xfrm>
            <a:off x="3130948" y="1465243"/>
            <a:ext cx="5950717" cy="4700607"/>
            <a:chOff x="3130948" y="1465243"/>
            <a:chExt cx="5950717" cy="472623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75302B-8998-DD0C-0CB2-F7E4656F1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00798" y="1465243"/>
              <a:ext cx="0" cy="472623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5F25E41-91DE-B0C4-DEC9-F333EC9DCF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81665" y="1465243"/>
              <a:ext cx="0" cy="472623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7CC3AE-57A4-EA80-65A9-2337C34A0F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30948" y="1465243"/>
              <a:ext cx="0" cy="472623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401153C-0107-BDD8-3DAF-D2C1F1560F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20510" y="2611037"/>
            <a:ext cx="2772666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688CF8C-F181-8BFF-EF1F-3A0A030C2F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0510" y="2148328"/>
            <a:ext cx="2772666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5" name="Picture Placeholder 24">
            <a:extLst>
              <a:ext uri="{FF2B5EF4-FFF2-40B4-BE49-F238E27FC236}">
                <a16:creationId xmlns:a16="http://schemas.microsoft.com/office/drawing/2014/main" id="{FE08598B-28D6-3AA4-AFA6-EDF643FA1D8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20510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D0E51E13-4CDA-19CB-7C63-B2BE08ACE23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5064" y="2611037"/>
            <a:ext cx="2772666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E949513F-77E1-64B0-941F-F262D493B8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95064" y="2148328"/>
            <a:ext cx="2772666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2" name="Picture Placeholder 24">
            <a:extLst>
              <a:ext uri="{FF2B5EF4-FFF2-40B4-BE49-F238E27FC236}">
                <a16:creationId xmlns:a16="http://schemas.microsoft.com/office/drawing/2014/main" id="{798075E2-AB6B-0653-30F3-0DC1D2842BE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95064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A2231292-C2AF-2B19-1D4D-2B07DA8E97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69618" y="2611037"/>
            <a:ext cx="2772666" cy="356937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989B6E92-14FE-D865-BA7C-0352DD060E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9618" y="2148328"/>
            <a:ext cx="2772666" cy="39656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3" name="Picture Placeholder 24">
            <a:extLst>
              <a:ext uri="{FF2B5EF4-FFF2-40B4-BE49-F238E27FC236}">
                <a16:creationId xmlns:a16="http://schemas.microsoft.com/office/drawing/2014/main" id="{A9F14BB4-5AE4-0BF2-EB94-25D31B34100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9618" y="1476375"/>
            <a:ext cx="582613" cy="5842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2AF3C9-96E4-01AC-232D-519D6D52A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4 columns </a:t>
            </a:r>
          </a:p>
        </p:txBody>
      </p:sp>
    </p:spTree>
    <p:extLst>
      <p:ext uri="{BB962C8B-B14F-4D97-AF65-F5344CB8AC3E}">
        <p14:creationId xmlns:p14="http://schemas.microsoft.com/office/powerpoint/2010/main" val="1026753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7E276EF4-4295-B892-64B5-2D0241B28D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67757" y="5732378"/>
            <a:ext cx="10170000" cy="442800"/>
          </a:xfrm>
          <a:solidFill>
            <a:schemeClr val="tx1"/>
          </a:solidFill>
        </p:spPr>
        <p:txBody>
          <a:bodyPr lIns="648000" anchor="ctr" anchorCtr="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B885A6-B4E6-5700-6A0A-6EA1CB376098}"/>
              </a:ext>
            </a:extLst>
          </p:cNvPr>
          <p:cNvCxnSpPr>
            <a:cxnSpLocks/>
          </p:cNvCxnSpPr>
          <p:nvPr userDrawn="1"/>
        </p:nvCxnSpPr>
        <p:spPr>
          <a:xfrm flipV="1">
            <a:off x="1767758" y="1556657"/>
            <a:ext cx="0" cy="461856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7E9840-6B35-C8F2-D9FD-C9373A025A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61537" y="1807096"/>
            <a:ext cx="9969206" cy="3667588"/>
          </a:xfrm>
        </p:spPr>
        <p:txBody>
          <a:bodyPr>
            <a:normAutofit/>
          </a:bodyPr>
          <a:lstStyle>
            <a:lvl1pPr>
              <a:defRPr sz="1800"/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479BBF-7DF9-87B8-556C-4D94F236B44E}"/>
              </a:ext>
            </a:extLst>
          </p:cNvPr>
          <p:cNvCxnSpPr>
            <a:cxnSpLocks/>
          </p:cNvCxnSpPr>
          <p:nvPr userDrawn="1"/>
        </p:nvCxnSpPr>
        <p:spPr>
          <a:xfrm flipH="1">
            <a:off x="239486" y="1549401"/>
            <a:ext cx="1169851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13BC0EA-7ECD-4500-F294-16DC98ECE4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52239" y="5882813"/>
            <a:ext cx="70966" cy="141932"/>
          </a:xfrm>
          <a:custGeom>
            <a:avLst/>
            <a:gdLst>
              <a:gd name="connsiteX0" fmla="*/ 0 w 70966"/>
              <a:gd name="connsiteY0" fmla="*/ 0 h 141932"/>
              <a:gd name="connsiteX1" fmla="*/ 70966 w 70966"/>
              <a:gd name="connsiteY1" fmla="*/ 70966 h 141932"/>
              <a:gd name="connsiteX2" fmla="*/ 0 w 70966"/>
              <a:gd name="connsiteY2" fmla="*/ 141932 h 141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966" h="141932">
                <a:moveTo>
                  <a:pt x="0" y="0"/>
                </a:moveTo>
                <a:lnTo>
                  <a:pt x="70966" y="70966"/>
                </a:lnTo>
                <a:lnTo>
                  <a:pt x="0" y="14193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en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904450-3F21-B2DB-FEF1-10CB7E895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Market</a:t>
            </a:r>
          </a:p>
        </p:txBody>
      </p:sp>
    </p:spTree>
    <p:extLst>
      <p:ext uri="{BB962C8B-B14F-4D97-AF65-F5344CB8AC3E}">
        <p14:creationId xmlns:p14="http://schemas.microsoft.com/office/powerpoint/2010/main" val="3512240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CDABC05-3FB3-118F-1F57-EA9A5720F5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7541" y="1548557"/>
            <a:ext cx="4600800" cy="4626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C14140-3E36-9219-39A8-B355DC419C38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200" y="1549401"/>
            <a:ext cx="6601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9BE95F-080F-3FE8-B3E8-E1241D7E1FB2}"/>
              </a:ext>
            </a:extLst>
          </p:cNvPr>
          <p:cNvCxnSpPr>
            <a:cxnSpLocks/>
          </p:cNvCxnSpPr>
          <p:nvPr userDrawn="1"/>
        </p:nvCxnSpPr>
        <p:spPr>
          <a:xfrm flipH="1">
            <a:off x="5336200" y="6174557"/>
            <a:ext cx="6601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24">
            <a:extLst>
              <a:ext uri="{FF2B5EF4-FFF2-40B4-BE49-F238E27FC236}">
                <a16:creationId xmlns:a16="http://schemas.microsoft.com/office/drawing/2014/main" id="{2E3735EC-56C9-CFD3-A394-90EE3944E7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78096" y="1829283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FF0CF550-059E-73EA-F85C-087462BA73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24997" y="1829283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0" name="Picture Placeholder 24">
            <a:extLst>
              <a:ext uri="{FF2B5EF4-FFF2-40B4-BE49-F238E27FC236}">
                <a16:creationId xmlns:a16="http://schemas.microsoft.com/office/drawing/2014/main" id="{26FEEC81-CA39-71A8-A16D-C58F49CFD4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8096" y="2433405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61" name="Text Placeholder 19">
            <a:extLst>
              <a:ext uri="{FF2B5EF4-FFF2-40B4-BE49-F238E27FC236}">
                <a16:creationId xmlns:a16="http://schemas.microsoft.com/office/drawing/2014/main" id="{9D3B654C-58D7-14D0-9353-4376ACA031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24997" y="2433405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Picture Placeholder 24">
            <a:extLst>
              <a:ext uri="{FF2B5EF4-FFF2-40B4-BE49-F238E27FC236}">
                <a16:creationId xmlns:a16="http://schemas.microsoft.com/office/drawing/2014/main" id="{E5CE578B-9735-3CBF-5009-E2AA91352EA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8096" y="3017299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63" name="Text Placeholder 19">
            <a:extLst>
              <a:ext uri="{FF2B5EF4-FFF2-40B4-BE49-F238E27FC236}">
                <a16:creationId xmlns:a16="http://schemas.microsoft.com/office/drawing/2014/main" id="{C1B4B319-4421-B99B-0D20-F2630D2EF3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24997" y="3017299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4" name="Picture Placeholder 24">
            <a:extLst>
              <a:ext uri="{FF2B5EF4-FFF2-40B4-BE49-F238E27FC236}">
                <a16:creationId xmlns:a16="http://schemas.microsoft.com/office/drawing/2014/main" id="{B4EC9474-56DD-0760-28C5-3E9F0079FC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8096" y="3612210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65" name="Text Placeholder 19">
            <a:extLst>
              <a:ext uri="{FF2B5EF4-FFF2-40B4-BE49-F238E27FC236}">
                <a16:creationId xmlns:a16="http://schemas.microsoft.com/office/drawing/2014/main" id="{A68C58AB-CFD2-EBF9-42C9-FD9351E370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24997" y="3612210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6" name="Picture Placeholder 24">
            <a:extLst>
              <a:ext uri="{FF2B5EF4-FFF2-40B4-BE49-F238E27FC236}">
                <a16:creationId xmlns:a16="http://schemas.microsoft.com/office/drawing/2014/main" id="{2E42FAE5-9DE2-A5B4-7B20-BEBDF82FF32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78096" y="4197127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67" name="Text Placeholder 19">
            <a:extLst>
              <a:ext uri="{FF2B5EF4-FFF2-40B4-BE49-F238E27FC236}">
                <a16:creationId xmlns:a16="http://schemas.microsoft.com/office/drawing/2014/main" id="{C0E2424B-88C3-2717-CB82-FFCC26CEC0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24997" y="4197127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Picture Placeholder 24">
            <a:extLst>
              <a:ext uri="{FF2B5EF4-FFF2-40B4-BE49-F238E27FC236}">
                <a16:creationId xmlns:a16="http://schemas.microsoft.com/office/drawing/2014/main" id="{8A00F09B-2F91-9023-034C-A3576951C63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78096" y="4786740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69" name="Text Placeholder 19">
            <a:extLst>
              <a:ext uri="{FF2B5EF4-FFF2-40B4-BE49-F238E27FC236}">
                <a16:creationId xmlns:a16="http://schemas.microsoft.com/office/drawing/2014/main" id="{79E0CDB8-A370-AE1A-969A-EB318BDDA2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24997" y="4786740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0" name="Picture Placeholder 24">
            <a:extLst>
              <a:ext uri="{FF2B5EF4-FFF2-40B4-BE49-F238E27FC236}">
                <a16:creationId xmlns:a16="http://schemas.microsoft.com/office/drawing/2014/main" id="{35AA2482-70E2-D79F-5401-1885C0BB39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78096" y="5381657"/>
            <a:ext cx="514207" cy="514800"/>
          </a:xfrm>
        </p:spPr>
        <p:txBody>
          <a:bodyPr lIns="36000" tIns="36000" rIns="36000" bIns="3600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ES"/>
          </a:p>
        </p:txBody>
      </p:sp>
      <p:sp>
        <p:nvSpPr>
          <p:cNvPr id="71" name="Text Placeholder 19">
            <a:extLst>
              <a:ext uri="{FF2B5EF4-FFF2-40B4-BE49-F238E27FC236}">
                <a16:creationId xmlns:a16="http://schemas.microsoft.com/office/drawing/2014/main" id="{330E0BF4-518F-253C-00F6-F57AFDEF6F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24997" y="5381657"/>
            <a:ext cx="4186411" cy="5148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D56CD2-7E50-DD7E-86C8-98AAAA56A0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Image &amp; Details</a:t>
            </a:r>
          </a:p>
        </p:txBody>
      </p:sp>
    </p:spTree>
    <p:extLst>
      <p:ext uri="{BB962C8B-B14F-4D97-AF65-F5344CB8AC3E}">
        <p14:creationId xmlns:p14="http://schemas.microsoft.com/office/powerpoint/2010/main" val="1464725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5B99C90-9455-A226-CCE3-7C705EC5DFC5}"/>
              </a:ext>
            </a:extLst>
          </p:cNvPr>
          <p:cNvSpPr/>
          <p:nvPr userDrawn="1"/>
        </p:nvSpPr>
        <p:spPr>
          <a:xfrm>
            <a:off x="973776" y="2078855"/>
            <a:ext cx="10964224" cy="365294"/>
          </a:xfrm>
          <a:prstGeom prst="rect">
            <a:avLst/>
          </a:prstGeom>
          <a:solidFill>
            <a:schemeClr val="bg1">
              <a:lumMod val="95000"/>
              <a:alpha val="5446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28F5D4F-AB23-2822-95C5-1DAE4E8B5051}"/>
              </a:ext>
            </a:extLst>
          </p:cNvPr>
          <p:cNvSpPr/>
          <p:nvPr userDrawn="1"/>
        </p:nvSpPr>
        <p:spPr>
          <a:xfrm>
            <a:off x="973776" y="2785828"/>
            <a:ext cx="10964224" cy="365294"/>
          </a:xfrm>
          <a:prstGeom prst="rect">
            <a:avLst/>
          </a:prstGeom>
          <a:solidFill>
            <a:schemeClr val="bg1">
              <a:lumMod val="95000"/>
              <a:alpha val="5446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8886D34-CBAC-0790-5535-8BD7B2BCA481}"/>
              </a:ext>
            </a:extLst>
          </p:cNvPr>
          <p:cNvSpPr/>
          <p:nvPr userDrawn="1"/>
        </p:nvSpPr>
        <p:spPr>
          <a:xfrm>
            <a:off x="973776" y="3491982"/>
            <a:ext cx="10964224" cy="365294"/>
          </a:xfrm>
          <a:prstGeom prst="rect">
            <a:avLst/>
          </a:prstGeom>
          <a:solidFill>
            <a:schemeClr val="bg1">
              <a:lumMod val="95000"/>
              <a:alpha val="5446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C28DE8F-47F1-1D81-3EFD-D6BA4E3DE218}"/>
              </a:ext>
            </a:extLst>
          </p:cNvPr>
          <p:cNvSpPr/>
          <p:nvPr userDrawn="1"/>
        </p:nvSpPr>
        <p:spPr>
          <a:xfrm>
            <a:off x="973776" y="4198136"/>
            <a:ext cx="10964224" cy="365294"/>
          </a:xfrm>
          <a:prstGeom prst="rect">
            <a:avLst/>
          </a:prstGeom>
          <a:solidFill>
            <a:schemeClr val="bg1">
              <a:lumMod val="95000"/>
              <a:alpha val="5446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0900C9A-C283-F4C9-12FF-F69AD064725A}"/>
              </a:ext>
            </a:extLst>
          </p:cNvPr>
          <p:cNvSpPr/>
          <p:nvPr userDrawn="1"/>
        </p:nvSpPr>
        <p:spPr>
          <a:xfrm>
            <a:off x="973776" y="4904290"/>
            <a:ext cx="10964224" cy="365294"/>
          </a:xfrm>
          <a:prstGeom prst="rect">
            <a:avLst/>
          </a:prstGeom>
          <a:solidFill>
            <a:schemeClr val="bg1">
              <a:lumMod val="95000"/>
              <a:alpha val="5446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3E4F84E-EE7C-98E6-E565-E0166CD9C8A8}"/>
              </a:ext>
            </a:extLst>
          </p:cNvPr>
          <p:cNvSpPr/>
          <p:nvPr userDrawn="1"/>
        </p:nvSpPr>
        <p:spPr>
          <a:xfrm>
            <a:off x="973776" y="5610439"/>
            <a:ext cx="10964224" cy="365294"/>
          </a:xfrm>
          <a:prstGeom prst="rect">
            <a:avLst/>
          </a:prstGeom>
          <a:solidFill>
            <a:schemeClr val="bg1">
              <a:lumMod val="95000"/>
              <a:alpha val="5446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89" name="Text Placeholder 14">
            <a:extLst>
              <a:ext uri="{FF2B5EF4-FFF2-40B4-BE49-F238E27FC236}">
                <a16:creationId xmlns:a16="http://schemas.microsoft.com/office/drawing/2014/main" id="{788882E1-BE90-5255-8A36-8372F3C8FA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-1695478" y="3500301"/>
            <a:ext cx="4626000" cy="723600"/>
          </a:xfrm>
          <a:solidFill>
            <a:schemeClr val="tx1"/>
          </a:solidFill>
        </p:spPr>
        <p:txBody>
          <a:bodyPr lIns="1260000" anchor="ctr" anchorCtr="0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Text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D3F33AE-BEC4-D928-A24A-977F2E757AA2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000" y="6174414"/>
            <a:ext cx="1168196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0C2240D-DBE7-28DD-1541-9889D30D1332}"/>
              </a:ext>
            </a:extLst>
          </p:cNvPr>
          <p:cNvGrpSpPr/>
          <p:nvPr userDrawn="1"/>
        </p:nvGrpSpPr>
        <p:grpSpPr>
          <a:xfrm>
            <a:off x="254000" y="1548001"/>
            <a:ext cx="3367973" cy="4629599"/>
            <a:chOff x="254000" y="1105338"/>
            <a:chExt cx="3367973" cy="506615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48CA665-76D5-5C8D-A8D9-A2190180EE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4000" y="1105338"/>
              <a:ext cx="0" cy="506615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1172355-207D-C58D-7A6A-E375285DAD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21973" y="1105338"/>
              <a:ext cx="0" cy="505828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886C7A8-62E1-A026-0C12-FB3C7EF569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8395" y="1118315"/>
              <a:ext cx="0" cy="50374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C72E297-0501-AE70-6354-B9D6EE2FEBBF}"/>
              </a:ext>
            </a:extLst>
          </p:cNvPr>
          <p:cNvCxnSpPr>
            <a:cxnSpLocks/>
          </p:cNvCxnSpPr>
          <p:nvPr userDrawn="1"/>
        </p:nvCxnSpPr>
        <p:spPr>
          <a:xfrm flipH="1">
            <a:off x="252000" y="1549401"/>
            <a:ext cx="1168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Picture Placeholder 99">
            <a:extLst>
              <a:ext uri="{FF2B5EF4-FFF2-40B4-BE49-F238E27FC236}">
                <a16:creationId xmlns:a16="http://schemas.microsoft.com/office/drawing/2014/main" id="{896AF194-6253-ECA2-A14F-4CA175A04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6127" y="5230291"/>
            <a:ext cx="82789" cy="621747"/>
          </a:xfrm>
          <a:custGeom>
            <a:avLst/>
            <a:gdLst>
              <a:gd name="connsiteX0" fmla="*/ 0 w 82789"/>
              <a:gd name="connsiteY0" fmla="*/ 0 h 621747"/>
              <a:gd name="connsiteX1" fmla="*/ 82789 w 82789"/>
              <a:gd name="connsiteY1" fmla="*/ 0 h 621747"/>
              <a:gd name="connsiteX2" fmla="*/ 82789 w 82789"/>
              <a:gd name="connsiteY2" fmla="*/ 621747 h 621747"/>
              <a:gd name="connsiteX3" fmla="*/ 0 w 82789"/>
              <a:gd name="connsiteY3" fmla="*/ 621747 h 62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789" h="621747">
                <a:moveTo>
                  <a:pt x="0" y="0"/>
                </a:moveTo>
                <a:lnTo>
                  <a:pt x="82789" y="0"/>
                </a:lnTo>
                <a:lnTo>
                  <a:pt x="82789" y="621747"/>
                </a:lnTo>
                <a:lnTo>
                  <a:pt x="0" y="62174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en-ES"/>
          </a:p>
        </p:txBody>
      </p:sp>
      <p:sp>
        <p:nvSpPr>
          <p:cNvPr id="101" name="Text Placeholder 20">
            <a:extLst>
              <a:ext uri="{FF2B5EF4-FFF2-40B4-BE49-F238E27FC236}">
                <a16:creationId xmlns:a16="http://schemas.microsoft.com/office/drawing/2014/main" id="{B15A0BC6-88AA-D7BC-ECF5-A5D0482C80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9782" y="1762625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2" name="Text Placeholder 20">
            <a:extLst>
              <a:ext uri="{FF2B5EF4-FFF2-40B4-BE49-F238E27FC236}">
                <a16:creationId xmlns:a16="http://schemas.microsoft.com/office/drawing/2014/main" id="{418F14BE-7473-C55A-327E-CFD4CA6464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9782" y="2115702"/>
            <a:ext cx="2299281" cy="29160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3" name="Text Placeholder 20">
            <a:extLst>
              <a:ext uri="{FF2B5EF4-FFF2-40B4-BE49-F238E27FC236}">
                <a16:creationId xmlns:a16="http://schemas.microsoft.com/office/drawing/2014/main" id="{0CCE3CFF-3F77-81C4-0917-7CBAAC600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9782" y="2468779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4" name="Text Placeholder 20">
            <a:extLst>
              <a:ext uri="{FF2B5EF4-FFF2-40B4-BE49-F238E27FC236}">
                <a16:creationId xmlns:a16="http://schemas.microsoft.com/office/drawing/2014/main" id="{901D6B1A-273D-54AF-9B81-AA01A222C2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9782" y="2821856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5" name="Text Placeholder 20">
            <a:extLst>
              <a:ext uri="{FF2B5EF4-FFF2-40B4-BE49-F238E27FC236}">
                <a16:creationId xmlns:a16="http://schemas.microsoft.com/office/drawing/2014/main" id="{1E4D5553-C636-6AF8-3DE4-F215BEED59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69782" y="3174933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6" name="Text Placeholder 20">
            <a:extLst>
              <a:ext uri="{FF2B5EF4-FFF2-40B4-BE49-F238E27FC236}">
                <a16:creationId xmlns:a16="http://schemas.microsoft.com/office/drawing/2014/main" id="{F96C6AE0-458A-C618-7147-D769F0061B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69782" y="3528010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7" name="Text Placeholder 20">
            <a:extLst>
              <a:ext uri="{FF2B5EF4-FFF2-40B4-BE49-F238E27FC236}">
                <a16:creationId xmlns:a16="http://schemas.microsoft.com/office/drawing/2014/main" id="{222A5C7E-644B-590C-5479-D4806560F6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9782" y="3881087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8" name="Text Placeholder 20">
            <a:extLst>
              <a:ext uri="{FF2B5EF4-FFF2-40B4-BE49-F238E27FC236}">
                <a16:creationId xmlns:a16="http://schemas.microsoft.com/office/drawing/2014/main" id="{9F710710-74C5-E2DD-8324-98833E2463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69782" y="4234164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09" name="Text Placeholder 20">
            <a:extLst>
              <a:ext uri="{FF2B5EF4-FFF2-40B4-BE49-F238E27FC236}">
                <a16:creationId xmlns:a16="http://schemas.microsoft.com/office/drawing/2014/main" id="{6D05714C-6B98-E482-CD0C-16C26E068D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782" y="4587241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10" name="Text Placeholder 20">
            <a:extLst>
              <a:ext uri="{FF2B5EF4-FFF2-40B4-BE49-F238E27FC236}">
                <a16:creationId xmlns:a16="http://schemas.microsoft.com/office/drawing/2014/main" id="{85FA6688-36E6-4B39-35A4-E4065C2241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782" y="4940318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11" name="Text Placeholder 20">
            <a:extLst>
              <a:ext uri="{FF2B5EF4-FFF2-40B4-BE49-F238E27FC236}">
                <a16:creationId xmlns:a16="http://schemas.microsoft.com/office/drawing/2014/main" id="{6C2905AF-66B2-2713-4EDD-72D17633B7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69782" y="5293395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112" name="Text Placeholder 20">
            <a:extLst>
              <a:ext uri="{FF2B5EF4-FFF2-40B4-BE49-F238E27FC236}">
                <a16:creationId xmlns:a16="http://schemas.microsoft.com/office/drawing/2014/main" id="{547811BC-8F8C-9A4A-5EF7-26FEF4393BB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69782" y="5646467"/>
            <a:ext cx="2299281" cy="292419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GB"/>
              <a:t>Add text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986358B-BC30-07FA-78E5-3B380D6AE2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65130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BBC3AEEF-82FD-1156-5A29-F105871D9E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86815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7F6AD56B-721C-C497-A552-9EB9281207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08500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59" name="Text Placeholder 45">
            <a:extLst>
              <a:ext uri="{FF2B5EF4-FFF2-40B4-BE49-F238E27FC236}">
                <a16:creationId xmlns:a16="http://schemas.microsoft.com/office/drawing/2014/main" id="{A5C136E0-5255-3102-00D2-F1233C7EE0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30185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60" name="Text Placeholder 45">
            <a:extLst>
              <a:ext uri="{FF2B5EF4-FFF2-40B4-BE49-F238E27FC236}">
                <a16:creationId xmlns:a16="http://schemas.microsoft.com/office/drawing/2014/main" id="{275C07E6-985B-5E24-116F-0448248251E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51870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61" name="Text Placeholder 45">
            <a:extLst>
              <a:ext uri="{FF2B5EF4-FFF2-40B4-BE49-F238E27FC236}">
                <a16:creationId xmlns:a16="http://schemas.microsoft.com/office/drawing/2014/main" id="{C4B8FEC0-5EA0-4147-320D-E191A2ACCF5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73555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62" name="Text Placeholder 45">
            <a:extLst>
              <a:ext uri="{FF2B5EF4-FFF2-40B4-BE49-F238E27FC236}">
                <a16:creationId xmlns:a16="http://schemas.microsoft.com/office/drawing/2014/main" id="{58EBE242-A3C1-E26F-CA21-E86ECA027A3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95240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63" name="Text Placeholder 45">
            <a:extLst>
              <a:ext uri="{FF2B5EF4-FFF2-40B4-BE49-F238E27FC236}">
                <a16:creationId xmlns:a16="http://schemas.microsoft.com/office/drawing/2014/main" id="{BE4CED0F-387F-AB18-4887-9BC38BB5D07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616925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64" name="Text Placeholder 45">
            <a:extLst>
              <a:ext uri="{FF2B5EF4-FFF2-40B4-BE49-F238E27FC236}">
                <a16:creationId xmlns:a16="http://schemas.microsoft.com/office/drawing/2014/main" id="{28EDF79C-B243-83D2-8B15-9B2BE188C6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8610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65" name="Text Placeholder 45">
            <a:extLst>
              <a:ext uri="{FF2B5EF4-FFF2-40B4-BE49-F238E27FC236}">
                <a16:creationId xmlns:a16="http://schemas.microsoft.com/office/drawing/2014/main" id="{05A8BFEE-05ED-A449-9DA6-F044C648824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260296" y="1410041"/>
            <a:ext cx="622800" cy="266400"/>
          </a:xfrm>
          <a:solidFill>
            <a:schemeClr val="tx1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1600">
                <a:latin typeface="+mn-lt"/>
              </a:defRPr>
            </a:lvl2pPr>
            <a:lvl3pPr marL="914400" indent="0" algn="ctr">
              <a:buNone/>
              <a:defRPr sz="1600">
                <a:latin typeface="+mn-lt"/>
              </a:defRPr>
            </a:lvl3pPr>
            <a:lvl4pPr marL="1371600" indent="0" algn="ctr">
              <a:buNone/>
              <a:defRPr sz="1600">
                <a:latin typeface="+mn-lt"/>
              </a:defRPr>
            </a:lvl4pPr>
            <a:lvl5pPr marL="1828800" indent="0" algn="ctr">
              <a:buNone/>
              <a:defRPr sz="1600">
                <a:latin typeface="+mn-lt"/>
              </a:defRPr>
            </a:lvl5pPr>
          </a:lstStyle>
          <a:p>
            <a:pPr lvl="0"/>
            <a:r>
              <a:rPr lang="en-GB"/>
              <a:t>XX</a:t>
            </a:r>
            <a:endParaRPr lang="en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C7B390-20DD-50D0-180E-C77E6C6B6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Timetable</a:t>
            </a:r>
          </a:p>
        </p:txBody>
      </p:sp>
    </p:spTree>
    <p:extLst>
      <p:ext uri="{BB962C8B-B14F-4D97-AF65-F5344CB8AC3E}">
        <p14:creationId xmlns:p14="http://schemas.microsoft.com/office/powerpoint/2010/main" val="3167423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C110A2-75D0-2117-0F83-68DC3694FB7C}"/>
              </a:ext>
            </a:extLst>
          </p:cNvPr>
          <p:cNvSpPr/>
          <p:nvPr userDrawn="1"/>
        </p:nvSpPr>
        <p:spPr>
          <a:xfrm>
            <a:off x="247541" y="1548557"/>
            <a:ext cx="3420000" cy="46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259234-2E7B-BDEC-8CAB-BD696E9690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7798" y="1548557"/>
            <a:ext cx="3419486" cy="4626000"/>
          </a:xfrm>
          <a:noFill/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E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BCB6F3-2765-3448-FC15-6242EC020456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2697" y="1549401"/>
            <a:ext cx="803530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C6A118E-9D7A-5FF6-3265-F69F02CE3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6259" y="1904215"/>
            <a:ext cx="7725843" cy="40852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A793BF-0FA7-96B9-9E5B-EDABCAE2FF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24057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6CC80-B96A-73BE-8B71-3E2039791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F0F4EC-0D81-1722-3666-0ADCCA75D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DE0EC-C74D-E5E3-A0B3-819C71B83ED9}"/>
              </a:ext>
            </a:extLst>
          </p:cNvPr>
          <p:cNvSpPr/>
          <p:nvPr userDrawn="1"/>
        </p:nvSpPr>
        <p:spPr>
          <a:xfrm>
            <a:off x="263236" y="5359262"/>
            <a:ext cx="11674764" cy="803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A5D1FB-E546-0957-83EA-D0464D4EAB26}"/>
              </a:ext>
            </a:extLst>
          </p:cNvPr>
          <p:cNvGrpSpPr/>
          <p:nvPr userDrawn="1"/>
        </p:nvGrpSpPr>
        <p:grpSpPr>
          <a:xfrm>
            <a:off x="3360709" y="5399067"/>
            <a:ext cx="5797153" cy="728690"/>
            <a:chOff x="3360709" y="5412112"/>
            <a:chExt cx="5797153" cy="728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7D3164F-D6BD-9D45-FDBA-B98AF80D67EC}"/>
                </a:ext>
              </a:extLst>
            </p:cNvPr>
            <p:cNvGrpSpPr/>
            <p:nvPr/>
          </p:nvGrpSpPr>
          <p:grpSpPr>
            <a:xfrm>
              <a:off x="4226860" y="5519753"/>
              <a:ext cx="4931002" cy="505759"/>
              <a:chOff x="4547756" y="5714932"/>
              <a:chExt cx="4931002" cy="505759"/>
            </a:xfrm>
          </p:grpSpPr>
          <p:sp>
            <p:nvSpPr>
              <p:cNvPr id="10" name="TextBox 11, chunk 1">
                <a:extLst>
                  <a:ext uri="{FF2B5EF4-FFF2-40B4-BE49-F238E27FC236}">
                    <a16:creationId xmlns:a16="http://schemas.microsoft.com/office/drawing/2014/main" id="{DB2252D8-71D1-36AD-05F5-810A61C4007A}"/>
                  </a:ext>
                </a:extLst>
              </p:cNvPr>
              <p:cNvSpPr txBox="1"/>
              <p:nvPr/>
            </p:nvSpPr>
            <p:spPr>
              <a:xfrm>
                <a:off x="4547756" y="5714932"/>
                <a:ext cx="221609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numCol="1">
                <a:spAutoFit/>
              </a:bodyPr>
              <a:lstStyle>
                <a:defPPr>
                  <a:defRPr lang="en-ES"/>
                </a:defPPr>
                <a:lvl1pPr marR="0" lvl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>
                    <a:latin typeface="Roboto Light" panose="02000000000000000000" pitchFamily="2" charset="0"/>
                    <a:ea typeface="Roboto Light" panose="02000000000000000000" pitchFamily="2" charset="0"/>
                    <a:cs typeface="Arial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 Medium" panose="02000000000000000000" pitchFamily="2" charset="0"/>
                    <a:ea typeface="Roboto Medium" panose="02000000000000000000" pitchFamily="2" charset="0"/>
                    <a:cs typeface="Roboto Medium" panose="02000000000000000000" pitchFamily="2" charset="0"/>
                  </a:rPr>
                  <a:t>Investors:</a:t>
                </a:r>
              </a:p>
            </p:txBody>
          </p:sp>
          <p:sp>
            <p:nvSpPr>
              <p:cNvPr id="11" name="TextBox 11, chunk 1">
                <a:extLst>
                  <a:ext uri="{FF2B5EF4-FFF2-40B4-BE49-F238E27FC236}">
                    <a16:creationId xmlns:a16="http://schemas.microsoft.com/office/drawing/2014/main" id="{FFB87CB7-9CB8-9E70-0BC4-90ACDFB5CE3A}"/>
                  </a:ext>
                </a:extLst>
              </p:cNvPr>
              <p:cNvSpPr txBox="1"/>
              <p:nvPr/>
            </p:nvSpPr>
            <p:spPr>
              <a:xfrm>
                <a:off x="4547756" y="5974470"/>
                <a:ext cx="221609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numCol="1">
                <a:spAutoFit/>
              </a:bodyPr>
              <a:lstStyle>
                <a:defPPr>
                  <a:defRPr lang="en-ES"/>
                </a:defPPr>
                <a:lvl1pPr marR="0" lvl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>
                    <a:latin typeface="Roboto Light" panose="02000000000000000000" pitchFamily="2" charset="0"/>
                    <a:ea typeface="Roboto Light" panose="02000000000000000000" pitchFamily="2" charset="0"/>
                    <a:cs typeface="Arial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 Medium" panose="02000000000000000000" pitchFamily="2" charset="0"/>
                    <a:ea typeface="Roboto Medium" panose="02000000000000000000" pitchFamily="2" charset="0"/>
                    <a:cs typeface="Roboto Medium" panose="02000000000000000000" pitchFamily="2" charset="0"/>
                  </a:rPr>
                  <a:t>Journalists:</a:t>
                </a:r>
              </a:p>
            </p:txBody>
          </p:sp>
          <p:sp>
            <p:nvSpPr>
              <p:cNvPr id="12" name="TextBox 11, chunk 1">
                <a:extLst>
                  <a:ext uri="{FF2B5EF4-FFF2-40B4-BE49-F238E27FC236}">
                    <a16:creationId xmlns:a16="http://schemas.microsoft.com/office/drawing/2014/main" id="{4A00EF1F-9906-B3E1-3061-4618B130A5A3}"/>
                  </a:ext>
                </a:extLst>
              </p:cNvPr>
              <p:cNvSpPr txBox="1"/>
              <p:nvPr/>
            </p:nvSpPr>
            <p:spPr>
              <a:xfrm>
                <a:off x="5747328" y="5714932"/>
                <a:ext cx="31672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numCol="1">
                <a:spAutoFit/>
              </a:bodyPr>
              <a:lstStyle>
                <a:defPPr>
                  <a:defRPr lang="en-ES"/>
                </a:defPPr>
                <a:lvl1pPr marR="0" lvl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>
                    <a:latin typeface="Roboto Light" panose="02000000000000000000" pitchFamily="2" charset="0"/>
                    <a:ea typeface="Roboto Light" panose="02000000000000000000" pitchFamily="2" charset="0"/>
                    <a:cs typeface="Arial"/>
                  </a:defRPr>
                </a:lvl1pPr>
              </a:lstStyle>
              <a:p>
                <a:pPr marL="0" marR="0" lvl="2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 Light"/>
                    <a:ea typeface="+mn-ea"/>
                    <a:cs typeface="+mn-cs"/>
                  </a:rPr>
                  <a:t>investor.relations@medartis.com</a:t>
                </a: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+mn-ea"/>
                  <a:cs typeface="+mn-cs"/>
                </a:endParaRPr>
              </a:p>
            </p:txBody>
          </p:sp>
          <p:sp>
            <p:nvSpPr>
              <p:cNvPr id="13" name="TextBox 11, chunk 1">
                <a:extLst>
                  <a:ext uri="{FF2B5EF4-FFF2-40B4-BE49-F238E27FC236}">
                    <a16:creationId xmlns:a16="http://schemas.microsoft.com/office/drawing/2014/main" id="{A788F9EC-83AA-14DE-6070-01C537C41853}"/>
                  </a:ext>
                </a:extLst>
              </p:cNvPr>
              <p:cNvSpPr txBox="1"/>
              <p:nvPr/>
            </p:nvSpPr>
            <p:spPr>
              <a:xfrm>
                <a:off x="5747329" y="5974470"/>
                <a:ext cx="373142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numCol="1">
                <a:spAutoFit/>
              </a:bodyPr>
              <a:lstStyle>
                <a:defPPr>
                  <a:defRPr lang="en-ES"/>
                </a:defPPr>
                <a:lvl1pPr marR="0" lvl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>
                    <a:latin typeface="Roboto Light" panose="02000000000000000000" pitchFamily="2" charset="0"/>
                    <a:ea typeface="Roboto Light" panose="02000000000000000000" pitchFamily="2" charset="0"/>
                    <a:cs typeface="Arial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 Light"/>
                    <a:ea typeface="Roboto Light" panose="02000000000000000000" pitchFamily="2" charset="0"/>
                    <a:cs typeface="Arial"/>
                  </a:rPr>
                  <a:t>corporate.communication@medartis.com</a:t>
                </a: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 panose="02000000000000000000" pitchFamily="2" charset="0"/>
                  <a:cs typeface="Arial"/>
                </a:endParaRPr>
              </a:p>
            </p:txBody>
          </p:sp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C3CD0E6-A0A7-A1CE-D3CB-9DF4D70D3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60709" y="5412112"/>
              <a:ext cx="728690" cy="728690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51B860B-134F-242F-795B-84F4BE965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327478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63DE8E-F2C8-B24A-89EF-243CFCEDFF24}"/>
              </a:ext>
            </a:extLst>
          </p:cNvPr>
          <p:cNvSpPr/>
          <p:nvPr userDrawn="1"/>
        </p:nvSpPr>
        <p:spPr>
          <a:xfrm>
            <a:off x="0" y="5121275"/>
            <a:ext cx="12192000" cy="1736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A1E7AD-BF05-74F6-9816-0503386DF932}"/>
              </a:ext>
            </a:extLst>
          </p:cNvPr>
          <p:cNvSpPr/>
          <p:nvPr userDrawn="1"/>
        </p:nvSpPr>
        <p:spPr>
          <a:xfrm>
            <a:off x="0" y="0"/>
            <a:ext cx="12192000" cy="5121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7080B4-0828-940F-6BD5-A01F5B5484DB}"/>
              </a:ext>
            </a:extLst>
          </p:cNvPr>
          <p:cNvGrpSpPr/>
          <p:nvPr userDrawn="1"/>
        </p:nvGrpSpPr>
        <p:grpSpPr>
          <a:xfrm>
            <a:off x="-1" y="1"/>
            <a:ext cx="12910398" cy="6858000"/>
            <a:chOff x="2694617" y="1604539"/>
            <a:chExt cx="9522361" cy="5058276"/>
          </a:xfrm>
        </p:grpSpPr>
        <p:pic>
          <p:nvPicPr>
            <p:cNvPr id="17" name="Picture 16" descr="A person holding sunglasses up to his face&#10;&#10;AI-generated content may be incorrect.">
              <a:extLst>
                <a:ext uri="{FF2B5EF4-FFF2-40B4-BE49-F238E27FC236}">
                  <a16:creationId xmlns:a16="http://schemas.microsoft.com/office/drawing/2014/main" id="{86EBEDB1-2253-5722-AEEE-95157A084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147179" y="4281540"/>
              <a:ext cx="7069799" cy="2381275"/>
            </a:xfrm>
            <a:prstGeom prst="rect">
              <a:avLst/>
            </a:prstGeom>
          </p:spPr>
        </p:pic>
        <p:pic>
          <p:nvPicPr>
            <p:cNvPr id="18" name="Picture 17" descr="A person holding glasses with a skeleton hand and a black background&#10;&#10;AI-generated content may be incorrect.">
              <a:extLst>
                <a:ext uri="{FF2B5EF4-FFF2-40B4-BE49-F238E27FC236}">
                  <a16:creationId xmlns:a16="http://schemas.microsoft.com/office/drawing/2014/main" id="{0058E99A-53B2-E821-D4C0-D1AE57A0A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94617" y="1604539"/>
              <a:ext cx="8992492" cy="3658510"/>
            </a:xfrm>
            <a:prstGeom prst="rect">
              <a:avLst/>
            </a:prstGeom>
          </p:spPr>
        </p:pic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89CF4694-F02A-1DE8-97FF-4FDCCFE04965}"/>
              </a:ext>
            </a:extLst>
          </p:cNvPr>
          <p:cNvSpPr/>
          <p:nvPr userDrawn="1"/>
        </p:nvSpPr>
        <p:spPr>
          <a:xfrm>
            <a:off x="0" y="136478"/>
            <a:ext cx="5608599" cy="4984797"/>
          </a:xfrm>
          <a:custGeom>
            <a:avLst/>
            <a:gdLst>
              <a:gd name="connsiteX0" fmla="*/ 5062331 w 5261113"/>
              <a:gd name="connsiteY0" fmla="*/ 1060173 h 3472069"/>
              <a:gd name="connsiteX1" fmla="*/ 4598504 w 5261113"/>
              <a:gd name="connsiteY1" fmla="*/ 2146852 h 3472069"/>
              <a:gd name="connsiteX2" fmla="*/ 3790122 w 5261113"/>
              <a:gd name="connsiteY2" fmla="*/ 3445565 h 3472069"/>
              <a:gd name="connsiteX3" fmla="*/ 781878 w 5261113"/>
              <a:gd name="connsiteY3" fmla="*/ 3472069 h 3472069"/>
              <a:gd name="connsiteX4" fmla="*/ 0 w 5261113"/>
              <a:gd name="connsiteY4" fmla="*/ 2014330 h 3472069"/>
              <a:gd name="connsiteX5" fmla="*/ 1736035 w 5261113"/>
              <a:gd name="connsiteY5" fmla="*/ 781878 h 3472069"/>
              <a:gd name="connsiteX6" fmla="*/ 2464904 w 5261113"/>
              <a:gd name="connsiteY6" fmla="*/ 53008 h 3472069"/>
              <a:gd name="connsiteX7" fmla="*/ 4664765 w 5261113"/>
              <a:gd name="connsiteY7" fmla="*/ 0 h 3472069"/>
              <a:gd name="connsiteX8" fmla="*/ 5261113 w 5261113"/>
              <a:gd name="connsiteY8" fmla="*/ 649356 h 347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61113" h="3472069">
                <a:moveTo>
                  <a:pt x="5062331" y="1060173"/>
                </a:moveTo>
                <a:lnTo>
                  <a:pt x="4598504" y="2146852"/>
                </a:lnTo>
                <a:lnTo>
                  <a:pt x="3790122" y="3445565"/>
                </a:lnTo>
                <a:lnTo>
                  <a:pt x="781878" y="3472069"/>
                </a:lnTo>
                <a:lnTo>
                  <a:pt x="0" y="2014330"/>
                </a:lnTo>
                <a:lnTo>
                  <a:pt x="1736035" y="781878"/>
                </a:lnTo>
                <a:lnTo>
                  <a:pt x="2464904" y="53008"/>
                </a:lnTo>
                <a:lnTo>
                  <a:pt x="4664765" y="0"/>
                </a:lnTo>
                <a:lnTo>
                  <a:pt x="5261113" y="649356"/>
                </a:lnTo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9F63DA-5AAE-6A2D-0FCA-FFCA0C649C68}"/>
              </a:ext>
            </a:extLst>
          </p:cNvPr>
          <p:cNvSpPr txBox="1"/>
          <p:nvPr userDrawn="1"/>
        </p:nvSpPr>
        <p:spPr>
          <a:xfrm>
            <a:off x="1323833" y="1020690"/>
            <a:ext cx="4831307" cy="1506566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THANK </a:t>
            </a:r>
            <a:b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</a:b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YOU!</a:t>
            </a:r>
            <a:endParaRPr kumimoji="0" lang="en-IN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Roboto Medium" panose="02000000000000000000" pitchFamily="2" charset="0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1ED6D-4ED6-ABE1-6020-872E96C1E94A}"/>
              </a:ext>
            </a:extLst>
          </p:cNvPr>
          <p:cNvSpPr/>
          <p:nvPr userDrawn="1"/>
        </p:nvSpPr>
        <p:spPr>
          <a:xfrm>
            <a:off x="4599295" y="5295331"/>
            <a:ext cx="2511189" cy="92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E296CC-7939-85C8-B2D1-EEBE22B57E8F}"/>
              </a:ext>
            </a:extLst>
          </p:cNvPr>
          <p:cNvSpPr/>
          <p:nvPr/>
        </p:nvSpPr>
        <p:spPr>
          <a:xfrm>
            <a:off x="1308100" y="4565025"/>
            <a:ext cx="7213600" cy="11264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-Light.ttf" panose="0211000402020202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204870-14B3-4F17-6258-085DD559B917}"/>
              </a:ext>
            </a:extLst>
          </p:cNvPr>
          <p:cNvCxnSpPr>
            <a:cxnSpLocks/>
          </p:cNvCxnSpPr>
          <p:nvPr/>
        </p:nvCxnSpPr>
        <p:spPr>
          <a:xfrm>
            <a:off x="3008799" y="4721347"/>
            <a:ext cx="0" cy="813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D84B0A-93AF-4B8C-FC78-E1FE59B0CDA2}"/>
              </a:ext>
            </a:extLst>
          </p:cNvPr>
          <p:cNvCxnSpPr>
            <a:cxnSpLocks/>
          </p:cNvCxnSpPr>
          <p:nvPr/>
        </p:nvCxnSpPr>
        <p:spPr>
          <a:xfrm>
            <a:off x="4916651" y="4721347"/>
            <a:ext cx="0" cy="813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69C939-B04A-6F2C-B800-7637EA8F006E}"/>
              </a:ext>
            </a:extLst>
          </p:cNvPr>
          <p:cNvCxnSpPr>
            <a:cxnSpLocks/>
          </p:cNvCxnSpPr>
          <p:nvPr/>
        </p:nvCxnSpPr>
        <p:spPr>
          <a:xfrm>
            <a:off x="6824503" y="4721347"/>
            <a:ext cx="0" cy="813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aphic 33">
            <a:extLst>
              <a:ext uri="{FF2B5EF4-FFF2-40B4-BE49-F238E27FC236}">
                <a16:creationId xmlns:a16="http://schemas.microsoft.com/office/drawing/2014/main" id="{10EB5C67-FACF-DCAF-C88C-8B42E56623F9}"/>
              </a:ext>
            </a:extLst>
          </p:cNvPr>
          <p:cNvGrpSpPr/>
          <p:nvPr/>
        </p:nvGrpSpPr>
        <p:grpSpPr>
          <a:xfrm>
            <a:off x="2000308" y="4930242"/>
            <a:ext cx="396000" cy="396000"/>
            <a:chOff x="5562600" y="2895590"/>
            <a:chExt cx="1068666" cy="1068666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281A36A-99F1-CF65-1808-71C860595DDD}"/>
                </a:ext>
              </a:extLst>
            </p:cNvPr>
            <p:cNvSpPr/>
            <p:nvPr/>
          </p:nvSpPr>
          <p:spPr>
            <a:xfrm>
              <a:off x="5562600" y="2895590"/>
              <a:ext cx="1068666" cy="1068666"/>
            </a:xfrm>
            <a:custGeom>
              <a:avLst/>
              <a:gdLst>
                <a:gd name="connsiteX0" fmla="*/ 1068667 w 1068666"/>
                <a:gd name="connsiteY0" fmla="*/ 534333 h 1068666"/>
                <a:gd name="connsiteX1" fmla="*/ 534333 w 1068666"/>
                <a:gd name="connsiteY1" fmla="*/ 1068667 h 1068666"/>
                <a:gd name="connsiteX2" fmla="*/ 0 w 1068666"/>
                <a:gd name="connsiteY2" fmla="*/ 534333 h 1068666"/>
                <a:gd name="connsiteX3" fmla="*/ 534333 w 1068666"/>
                <a:gd name="connsiteY3" fmla="*/ 0 h 1068666"/>
                <a:gd name="connsiteX4" fmla="*/ 1068667 w 1068666"/>
                <a:gd name="connsiteY4" fmla="*/ 534333 h 10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666" h="1068666">
                  <a:moveTo>
                    <a:pt x="1068667" y="534333"/>
                  </a:moveTo>
                  <a:cubicBezTo>
                    <a:pt x="1068667" y="829438"/>
                    <a:pt x="829438" y="1068667"/>
                    <a:pt x="534333" y="1068667"/>
                  </a:cubicBezTo>
                  <a:cubicBezTo>
                    <a:pt x="239229" y="1068667"/>
                    <a:pt x="0" y="829438"/>
                    <a:pt x="0" y="534333"/>
                  </a:cubicBezTo>
                  <a:cubicBezTo>
                    <a:pt x="0" y="239229"/>
                    <a:pt x="239229" y="0"/>
                    <a:pt x="534333" y="0"/>
                  </a:cubicBezTo>
                  <a:cubicBezTo>
                    <a:pt x="829438" y="0"/>
                    <a:pt x="1068667" y="239229"/>
                    <a:pt x="1068667" y="53433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Light.ttf" panose="02110004020202020204"/>
                <a:ea typeface="+mn-ea"/>
                <a:cs typeface="+mn-cs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98BB765-F547-7AF2-76BC-995860364A0F}"/>
                </a:ext>
              </a:extLst>
            </p:cNvPr>
            <p:cNvSpPr/>
            <p:nvPr/>
          </p:nvSpPr>
          <p:spPr>
            <a:xfrm>
              <a:off x="5820422" y="3123904"/>
              <a:ext cx="595769" cy="569309"/>
            </a:xfrm>
            <a:custGeom>
              <a:avLst/>
              <a:gdLst>
                <a:gd name="connsiteX0" fmla="*/ 595770 w 595769"/>
                <a:gd name="connsiteY0" fmla="*/ 349015 h 569309"/>
                <a:gd name="connsiteX1" fmla="*/ 595770 w 595769"/>
                <a:gd name="connsiteY1" fmla="*/ 569309 h 569309"/>
                <a:gd name="connsiteX2" fmla="*/ 468049 w 595769"/>
                <a:gd name="connsiteY2" fmla="*/ 569309 h 569309"/>
                <a:gd name="connsiteX3" fmla="*/ 468049 w 595769"/>
                <a:gd name="connsiteY3" fmla="*/ 363779 h 569309"/>
                <a:gd name="connsiteX4" fmla="*/ 403365 w 595769"/>
                <a:gd name="connsiteY4" fmla="*/ 276930 h 569309"/>
                <a:gd name="connsiteX5" fmla="*/ 337852 w 595769"/>
                <a:gd name="connsiteY5" fmla="*/ 323631 h 569309"/>
                <a:gd name="connsiteX6" fmla="*/ 333623 w 595769"/>
                <a:gd name="connsiteY6" fmla="*/ 354759 h 569309"/>
                <a:gd name="connsiteX7" fmla="*/ 333623 w 595769"/>
                <a:gd name="connsiteY7" fmla="*/ 569300 h 569309"/>
                <a:gd name="connsiteX8" fmla="*/ 205892 w 595769"/>
                <a:gd name="connsiteY8" fmla="*/ 569300 h 569309"/>
                <a:gd name="connsiteX9" fmla="*/ 205892 w 595769"/>
                <a:gd name="connsiteY9" fmla="*/ 185166 h 569309"/>
                <a:gd name="connsiteX10" fmla="*/ 333632 w 595769"/>
                <a:gd name="connsiteY10" fmla="*/ 185166 h 569309"/>
                <a:gd name="connsiteX11" fmla="*/ 333632 w 595769"/>
                <a:gd name="connsiteY11" fmla="*/ 239601 h 569309"/>
                <a:gd name="connsiteX12" fmla="*/ 332784 w 595769"/>
                <a:gd name="connsiteY12" fmla="*/ 240859 h 569309"/>
                <a:gd name="connsiteX13" fmla="*/ 333632 w 595769"/>
                <a:gd name="connsiteY13" fmla="*/ 240859 h 569309"/>
                <a:gd name="connsiteX14" fmla="*/ 333632 w 595769"/>
                <a:gd name="connsiteY14" fmla="*/ 239601 h 569309"/>
                <a:gd name="connsiteX15" fmla="*/ 448742 w 595769"/>
                <a:gd name="connsiteY15" fmla="*/ 176146 h 569309"/>
                <a:gd name="connsiteX16" fmla="*/ 595770 w 595769"/>
                <a:gd name="connsiteY16" fmla="*/ 349015 h 569309"/>
                <a:gd name="connsiteX17" fmla="*/ 595770 w 595769"/>
                <a:gd name="connsiteY17" fmla="*/ 349015 h 569309"/>
                <a:gd name="connsiteX18" fmla="*/ 72276 w 595769"/>
                <a:gd name="connsiteY18" fmla="*/ 0 h 569309"/>
                <a:gd name="connsiteX19" fmla="*/ 0 w 595769"/>
                <a:gd name="connsiteY19" fmla="*/ 66361 h 569309"/>
                <a:gd name="connsiteX20" fmla="*/ 70599 w 595769"/>
                <a:gd name="connsiteY20" fmla="*/ 132750 h 569309"/>
                <a:gd name="connsiteX21" fmla="*/ 71428 w 595769"/>
                <a:gd name="connsiteY21" fmla="*/ 132750 h 569309"/>
                <a:gd name="connsiteX22" fmla="*/ 143675 w 595769"/>
                <a:gd name="connsiteY22" fmla="*/ 66361 h 569309"/>
                <a:gd name="connsiteX23" fmla="*/ 72276 w 595769"/>
                <a:gd name="connsiteY23" fmla="*/ 0 h 569309"/>
                <a:gd name="connsiteX24" fmla="*/ 72276 w 595769"/>
                <a:gd name="connsiteY24" fmla="*/ 0 h 569309"/>
                <a:gd name="connsiteX25" fmla="*/ 7591 w 595769"/>
                <a:gd name="connsiteY25" fmla="*/ 569309 h 569309"/>
                <a:gd name="connsiteX26" fmla="*/ 135274 w 595769"/>
                <a:gd name="connsiteY26" fmla="*/ 569309 h 569309"/>
                <a:gd name="connsiteX27" fmla="*/ 135274 w 595769"/>
                <a:gd name="connsiteY27" fmla="*/ 185166 h 569309"/>
                <a:gd name="connsiteX28" fmla="*/ 7591 w 595769"/>
                <a:gd name="connsiteY28" fmla="*/ 185166 h 569309"/>
                <a:gd name="connsiteX29" fmla="*/ 7591 w 595769"/>
                <a:gd name="connsiteY29" fmla="*/ 569309 h 569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95769" h="569309">
                  <a:moveTo>
                    <a:pt x="595770" y="349015"/>
                  </a:moveTo>
                  <a:lnTo>
                    <a:pt x="595770" y="569309"/>
                  </a:lnTo>
                  <a:lnTo>
                    <a:pt x="468049" y="569309"/>
                  </a:lnTo>
                  <a:lnTo>
                    <a:pt x="468049" y="363779"/>
                  </a:lnTo>
                  <a:cubicBezTo>
                    <a:pt x="468049" y="312172"/>
                    <a:pt x="449609" y="276930"/>
                    <a:pt x="403365" y="276930"/>
                  </a:cubicBezTo>
                  <a:cubicBezTo>
                    <a:pt x="368075" y="276930"/>
                    <a:pt x="347110" y="300657"/>
                    <a:pt x="337852" y="323631"/>
                  </a:cubicBezTo>
                  <a:cubicBezTo>
                    <a:pt x="334489" y="331841"/>
                    <a:pt x="333623" y="343243"/>
                    <a:pt x="333623" y="354759"/>
                  </a:cubicBezTo>
                  <a:lnTo>
                    <a:pt x="333623" y="569300"/>
                  </a:lnTo>
                  <a:lnTo>
                    <a:pt x="205892" y="569300"/>
                  </a:lnTo>
                  <a:cubicBezTo>
                    <a:pt x="205892" y="569300"/>
                    <a:pt x="207607" y="221199"/>
                    <a:pt x="205892" y="185166"/>
                  </a:cubicBezTo>
                  <a:lnTo>
                    <a:pt x="333632" y="185166"/>
                  </a:lnTo>
                  <a:lnTo>
                    <a:pt x="333632" y="239601"/>
                  </a:lnTo>
                  <a:cubicBezTo>
                    <a:pt x="333375" y="240030"/>
                    <a:pt x="333013" y="240449"/>
                    <a:pt x="332784" y="240859"/>
                  </a:cubicBezTo>
                  <a:lnTo>
                    <a:pt x="333632" y="240859"/>
                  </a:lnTo>
                  <a:lnTo>
                    <a:pt x="333632" y="239601"/>
                  </a:lnTo>
                  <a:cubicBezTo>
                    <a:pt x="350606" y="213484"/>
                    <a:pt x="380876" y="176146"/>
                    <a:pt x="448742" y="176146"/>
                  </a:cubicBezTo>
                  <a:cubicBezTo>
                    <a:pt x="532771" y="176146"/>
                    <a:pt x="595770" y="231048"/>
                    <a:pt x="595770" y="349015"/>
                  </a:cubicBezTo>
                  <a:lnTo>
                    <a:pt x="595770" y="349015"/>
                  </a:lnTo>
                  <a:close/>
                  <a:moveTo>
                    <a:pt x="72276" y="0"/>
                  </a:moveTo>
                  <a:cubicBezTo>
                    <a:pt x="28585" y="0"/>
                    <a:pt x="0" y="28680"/>
                    <a:pt x="0" y="66361"/>
                  </a:cubicBezTo>
                  <a:cubicBezTo>
                    <a:pt x="0" y="103241"/>
                    <a:pt x="27756" y="132750"/>
                    <a:pt x="70599" y="132750"/>
                  </a:cubicBezTo>
                  <a:lnTo>
                    <a:pt x="71428" y="132750"/>
                  </a:lnTo>
                  <a:cubicBezTo>
                    <a:pt x="115976" y="132750"/>
                    <a:pt x="143675" y="103241"/>
                    <a:pt x="143675" y="66361"/>
                  </a:cubicBezTo>
                  <a:cubicBezTo>
                    <a:pt x="142827" y="28680"/>
                    <a:pt x="115976" y="0"/>
                    <a:pt x="72276" y="0"/>
                  </a:cubicBezTo>
                  <a:lnTo>
                    <a:pt x="72276" y="0"/>
                  </a:lnTo>
                  <a:close/>
                  <a:moveTo>
                    <a:pt x="7591" y="569309"/>
                  </a:moveTo>
                  <a:lnTo>
                    <a:pt x="135274" y="569309"/>
                  </a:lnTo>
                  <a:lnTo>
                    <a:pt x="135274" y="185166"/>
                  </a:lnTo>
                  <a:lnTo>
                    <a:pt x="7591" y="185166"/>
                  </a:lnTo>
                  <a:lnTo>
                    <a:pt x="7591" y="56930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-Light.ttf" panose="02110004020202020204"/>
                <a:ea typeface="+mn-ea"/>
                <a:cs typeface="+mn-cs"/>
              </a:endParaRPr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1A5C217D-BF84-D736-C919-33A5F19A9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4725" y="4930242"/>
            <a:ext cx="396000" cy="396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03F2A7E-06D5-459F-BF29-6B397F43F6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2577" y="4930242"/>
            <a:ext cx="396000" cy="396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E787070A-D489-62A6-5061-F677480AB8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3889" y="4930242"/>
            <a:ext cx="396000" cy="396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DFD19E53-3D9F-B247-1420-C0604E239D9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69220" y="3241190"/>
            <a:ext cx="1634336" cy="286168"/>
          </a:xfrm>
          <a:prstGeom prst="rect">
            <a:avLst/>
          </a:prstGeom>
        </p:spPr>
      </p:pic>
      <p:sp>
        <p:nvSpPr>
          <p:cNvPr id="36" name="TextBox 11, chunk 1">
            <a:extLst>
              <a:ext uri="{FF2B5EF4-FFF2-40B4-BE49-F238E27FC236}">
                <a16:creationId xmlns:a16="http://schemas.microsoft.com/office/drawing/2014/main" id="{6A2BCFCE-B256-B706-5282-09B715AE237C}"/>
              </a:ext>
            </a:extLst>
          </p:cNvPr>
          <p:cNvSpPr txBox="1"/>
          <p:nvPr userDrawn="1"/>
        </p:nvSpPr>
        <p:spPr>
          <a:xfrm>
            <a:off x="5029912" y="5746528"/>
            <a:ext cx="3134363" cy="169277"/>
          </a:xfrm>
          <a:prstGeom prst="rect">
            <a:avLst/>
          </a:prstGeom>
          <a:noFill/>
        </p:spPr>
        <p:txBody>
          <a:bodyPr wrap="square" lIns="0" tIns="0" rIns="0" bIns="0" numCol="1">
            <a:spAutoFit/>
          </a:bodyPr>
          <a:lstStyle>
            <a:defPPr>
              <a:defRPr lang="en-ES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latin typeface="Roboto Light" panose="02000000000000000000" pitchFamily="2" charset="0"/>
                <a:ea typeface="Roboto Light" panose="02000000000000000000" pitchFamily="2" charset="0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1200" cap="none" spc="6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MEDARTIS.COM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A2211F-FC61-EBB4-5AE1-FEACC3F55EC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58778" y="5733143"/>
            <a:ext cx="192314" cy="192314"/>
          </a:xfrm>
          <a:prstGeom prst="rect">
            <a:avLst/>
          </a:prstGeom>
        </p:spPr>
      </p:pic>
      <p:sp>
        <p:nvSpPr>
          <p:cNvPr id="38" name="TextBox 11, chunk 1">
            <a:extLst>
              <a:ext uri="{FF2B5EF4-FFF2-40B4-BE49-F238E27FC236}">
                <a16:creationId xmlns:a16="http://schemas.microsoft.com/office/drawing/2014/main" id="{DE7176B7-B3D0-4887-D84F-76C1AE4B968C}"/>
              </a:ext>
            </a:extLst>
          </p:cNvPr>
          <p:cNvSpPr txBox="1"/>
          <p:nvPr userDrawn="1"/>
        </p:nvSpPr>
        <p:spPr>
          <a:xfrm>
            <a:off x="3243081" y="4324083"/>
            <a:ext cx="1260000" cy="169277"/>
          </a:xfrm>
          <a:prstGeom prst="rect">
            <a:avLst/>
          </a:prstGeom>
          <a:noFill/>
        </p:spPr>
        <p:txBody>
          <a:bodyPr wrap="square" lIns="0" tIns="0" rIns="0" bIns="0" numCol="1">
            <a:spAutoFit/>
          </a:bodyPr>
          <a:lstStyle>
            <a:defPPr>
              <a:defRPr lang="en-ES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latin typeface="Roboto Light" panose="02000000000000000000" pitchFamily="2" charset="0"/>
                <a:ea typeface="Roboto Light" panose="02000000000000000000" pitchFamily="2" charset="0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61 633 34 34</a:t>
            </a:r>
            <a:endParaRPr kumimoji="0" lang="de-CH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B8E74D-0501-65CB-5940-C9E45062DA14}"/>
              </a:ext>
            </a:extLst>
          </p:cNvPr>
          <p:cNvGrpSpPr/>
          <p:nvPr userDrawn="1"/>
        </p:nvGrpSpPr>
        <p:grpSpPr>
          <a:xfrm>
            <a:off x="2949853" y="4311719"/>
            <a:ext cx="198784" cy="198784"/>
            <a:chOff x="5173699" y="5716146"/>
            <a:chExt cx="198784" cy="198784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0503DB1-88F9-B827-E8F6-4020EF4C5416}"/>
                </a:ext>
              </a:extLst>
            </p:cNvPr>
            <p:cNvSpPr/>
            <p:nvPr/>
          </p:nvSpPr>
          <p:spPr>
            <a:xfrm>
              <a:off x="5173699" y="5716146"/>
              <a:ext cx="198784" cy="198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-Light.ttf" panose="02110004020202020204"/>
                <a:ea typeface="+mn-ea"/>
                <a:cs typeface="+mn-cs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B0486B2-F60A-B61B-5369-70F0E6560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200066" y="5742513"/>
              <a:ext cx="146050" cy="146050"/>
            </a:xfrm>
            <a:prstGeom prst="rect">
              <a:avLst/>
            </a:prstGeom>
          </p:spPr>
        </p:pic>
      </p:grpSp>
      <p:sp>
        <p:nvSpPr>
          <p:cNvPr id="42" name="TextBox 11, chunk 1">
            <a:extLst>
              <a:ext uri="{FF2B5EF4-FFF2-40B4-BE49-F238E27FC236}">
                <a16:creationId xmlns:a16="http://schemas.microsoft.com/office/drawing/2014/main" id="{716EF1A4-8E34-852F-7A6A-DB4822FD3AC5}"/>
              </a:ext>
            </a:extLst>
          </p:cNvPr>
          <p:cNvSpPr txBox="1"/>
          <p:nvPr userDrawn="1"/>
        </p:nvSpPr>
        <p:spPr>
          <a:xfrm>
            <a:off x="1643472" y="4324083"/>
            <a:ext cx="1260000" cy="169277"/>
          </a:xfrm>
          <a:prstGeom prst="rect">
            <a:avLst/>
          </a:prstGeom>
          <a:noFill/>
        </p:spPr>
        <p:txBody>
          <a:bodyPr wrap="square" lIns="0" tIns="0" rIns="0" bIns="0" numCol="1">
            <a:spAutoFit/>
          </a:bodyPr>
          <a:lstStyle>
            <a:defPPr>
              <a:defRPr lang="en-ES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latin typeface="Roboto Light" panose="02000000000000000000" pitchFamily="2" charset="0"/>
                <a:ea typeface="Roboto Light" panose="02000000000000000000" pitchFamily="2" charset="0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info@medartis.com</a:t>
            </a:r>
            <a:endParaRPr kumimoji="0" lang="de-CH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593553C-3E98-AF4B-B3E0-B08EE4C64EBB}"/>
              </a:ext>
            </a:extLst>
          </p:cNvPr>
          <p:cNvGrpSpPr/>
          <p:nvPr userDrawn="1"/>
        </p:nvGrpSpPr>
        <p:grpSpPr>
          <a:xfrm>
            <a:off x="1355543" y="4311719"/>
            <a:ext cx="198784" cy="198784"/>
            <a:chOff x="4394765" y="5746918"/>
            <a:chExt cx="198784" cy="19878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22F427A-7F3B-32EB-C874-32DB05F7422B}"/>
                </a:ext>
              </a:extLst>
            </p:cNvPr>
            <p:cNvSpPr/>
            <p:nvPr/>
          </p:nvSpPr>
          <p:spPr>
            <a:xfrm>
              <a:off x="4394765" y="5746918"/>
              <a:ext cx="198784" cy="198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-Light.ttf" panose="02110004020202020204"/>
                <a:ea typeface="+mn-ea"/>
                <a:cs typeface="+mn-cs"/>
              </a:endParaRP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C1A9A203-95CB-F8DD-BA7B-40C6456BD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414822" y="5766975"/>
              <a:ext cx="158670" cy="158670"/>
            </a:xfrm>
            <a:prstGeom prst="rect">
              <a:avLst/>
            </a:prstGeom>
          </p:spPr>
        </p:pic>
      </p:grpSp>
      <p:sp>
        <p:nvSpPr>
          <p:cNvPr id="46" name="TextBox 11, chunk 1">
            <a:extLst>
              <a:ext uri="{FF2B5EF4-FFF2-40B4-BE49-F238E27FC236}">
                <a16:creationId xmlns:a16="http://schemas.microsoft.com/office/drawing/2014/main" id="{7796EA69-C4F9-9174-D575-B53627E2A568}"/>
              </a:ext>
            </a:extLst>
          </p:cNvPr>
          <p:cNvSpPr txBox="1"/>
          <p:nvPr userDrawn="1"/>
        </p:nvSpPr>
        <p:spPr>
          <a:xfrm>
            <a:off x="1617980" y="5746528"/>
            <a:ext cx="3723750" cy="169277"/>
          </a:xfrm>
          <a:prstGeom prst="rect">
            <a:avLst/>
          </a:prstGeom>
          <a:noFill/>
        </p:spPr>
        <p:txBody>
          <a:bodyPr wrap="square" lIns="0" tIns="0" rIns="0" bIns="0" numCol="1">
            <a:spAutoFit/>
          </a:bodyPr>
          <a:lstStyle>
            <a:defPPr>
              <a:defRPr lang="en-ES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latin typeface="Roboto Light" panose="02000000000000000000" pitchFamily="2" charset="0"/>
                <a:ea typeface="Roboto Light" panose="02000000000000000000" pitchFamily="2" charset="0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Hochbergerstrasse</a:t>
            </a: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60E 4057 Basel/Switzerland</a:t>
            </a:r>
            <a:endParaRPr kumimoji="0" lang="de-CH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" name="Oval 1">
            <a:hlinkClick r:id="rId18"/>
            <a:extLst>
              <a:ext uri="{FF2B5EF4-FFF2-40B4-BE49-F238E27FC236}">
                <a16:creationId xmlns:a16="http://schemas.microsoft.com/office/drawing/2014/main" id="{C222C671-324C-7140-327D-B5EEA66C8D30}"/>
              </a:ext>
            </a:extLst>
          </p:cNvPr>
          <p:cNvSpPr/>
          <p:nvPr userDrawn="1"/>
        </p:nvSpPr>
        <p:spPr>
          <a:xfrm>
            <a:off x="1921435" y="4864100"/>
            <a:ext cx="546100" cy="54610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Oval 2">
            <a:hlinkClick r:id="rId19"/>
            <a:extLst>
              <a:ext uri="{FF2B5EF4-FFF2-40B4-BE49-F238E27FC236}">
                <a16:creationId xmlns:a16="http://schemas.microsoft.com/office/drawing/2014/main" id="{2AD7006D-DE4B-CAC2-9F75-BEEBDBBF8881}"/>
              </a:ext>
            </a:extLst>
          </p:cNvPr>
          <p:cNvSpPr/>
          <p:nvPr userDrawn="1"/>
        </p:nvSpPr>
        <p:spPr>
          <a:xfrm>
            <a:off x="3683000" y="4864100"/>
            <a:ext cx="546100" cy="54610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Oval 3">
            <a:hlinkClick r:id="rId20"/>
            <a:extLst>
              <a:ext uri="{FF2B5EF4-FFF2-40B4-BE49-F238E27FC236}">
                <a16:creationId xmlns:a16="http://schemas.microsoft.com/office/drawing/2014/main" id="{8940C73A-3A20-AAAA-367B-3E4B350C69DA}"/>
              </a:ext>
            </a:extLst>
          </p:cNvPr>
          <p:cNvSpPr/>
          <p:nvPr userDrawn="1"/>
        </p:nvSpPr>
        <p:spPr>
          <a:xfrm>
            <a:off x="7376459" y="4864100"/>
            <a:ext cx="546100" cy="54610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Oval 4">
            <a:hlinkClick r:id="rId21"/>
            <a:extLst>
              <a:ext uri="{FF2B5EF4-FFF2-40B4-BE49-F238E27FC236}">
                <a16:creationId xmlns:a16="http://schemas.microsoft.com/office/drawing/2014/main" id="{38A2E32F-A7DE-7E6F-9BA2-8BC52145B890}"/>
              </a:ext>
            </a:extLst>
          </p:cNvPr>
          <p:cNvSpPr/>
          <p:nvPr userDrawn="1"/>
        </p:nvSpPr>
        <p:spPr>
          <a:xfrm>
            <a:off x="5588000" y="4864100"/>
            <a:ext cx="546100" cy="54610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469391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8F56F7-0900-BB87-B48C-AD97FAAF8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852" r="-1747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C181EE-E1E7-7E4A-F663-734754707DDB}"/>
              </a:ext>
            </a:extLst>
          </p:cNvPr>
          <p:cNvSpPr txBox="1"/>
          <p:nvPr userDrawn="1"/>
        </p:nvSpPr>
        <p:spPr>
          <a:xfrm>
            <a:off x="1027525" y="1488527"/>
            <a:ext cx="6711577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Move again. </a:t>
            </a:r>
            <a:b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</a:b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Enjoy life.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3E8598-8BB1-1308-FCED-149C7DAC44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0875" y="4959350"/>
            <a:ext cx="1519144" cy="26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827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BE7701-CE8A-11E3-EB6C-A077AA554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6428" y="6222016"/>
            <a:ext cx="1519144" cy="265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1ECFA4-D93E-2154-50AA-F529432E7940}"/>
              </a:ext>
            </a:extLst>
          </p:cNvPr>
          <p:cNvSpPr txBox="1"/>
          <p:nvPr userDrawn="1"/>
        </p:nvSpPr>
        <p:spPr>
          <a:xfrm>
            <a:off x="2740211" y="2646710"/>
            <a:ext cx="6711577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Move again. </a:t>
            </a:r>
            <a:b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</a:b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Enjoy life.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3F7A47-F693-E7AA-B98E-B44E4A6051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0840" y="876300"/>
            <a:ext cx="1070320" cy="11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997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59D225-DB9A-E545-A657-23FA3927F3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763" y="1520825"/>
            <a:ext cx="11376249" cy="576263"/>
          </a:xfrm>
        </p:spPr>
        <p:txBody>
          <a:bodyPr>
            <a:normAutofit/>
          </a:bodyPr>
          <a:lstStyle>
            <a:lvl1pPr marL="0" indent="0">
              <a:buNone/>
              <a:defRPr sz="2400" b="0" i="0" baseline="0"/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</a:t>
            </a:r>
            <a:r>
              <a:rPr lang="de-DE" err="1"/>
              <a:t>Roboto</a:t>
            </a:r>
            <a:r>
              <a:rPr lang="de-DE"/>
              <a:t> Light 24 Pt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C18B83-5141-DB49-BAE8-90BC3012C4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2097088"/>
            <a:ext cx="11376025" cy="4140200"/>
          </a:xfrm>
        </p:spPr>
        <p:txBody>
          <a:bodyPr/>
          <a:lstStyle>
            <a:lvl1pPr marL="285750" indent="-2857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Body </a:t>
            </a:r>
            <a:r>
              <a:rPr lang="de-DE" err="1"/>
              <a:t>Roboto</a:t>
            </a:r>
            <a:r>
              <a:rPr lang="de-DE"/>
              <a:t> Light 14 Pt</a:t>
            </a:r>
          </a:p>
          <a:p>
            <a:pPr lvl="1"/>
            <a:r>
              <a:rPr lang="de-DE"/>
              <a:t>Body </a:t>
            </a:r>
            <a:r>
              <a:rPr lang="de-DE" err="1"/>
              <a:t>Roboto</a:t>
            </a:r>
            <a:r>
              <a:rPr lang="de-DE"/>
              <a:t> Light 14 Pt</a:t>
            </a:r>
          </a:p>
          <a:p>
            <a:pPr lvl="2"/>
            <a:r>
              <a:rPr lang="de-DE"/>
              <a:t>Notes </a:t>
            </a:r>
            <a:r>
              <a:rPr lang="de-DE" err="1"/>
              <a:t>Roboto</a:t>
            </a:r>
            <a:r>
              <a:rPr lang="de-DE"/>
              <a:t> Light 9 Pt </a:t>
            </a:r>
          </a:p>
          <a:p>
            <a:pPr lvl="0"/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7DA3E6-7A51-7847-8767-A3D31E3B47C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DE04045-8E6B-4201-BE2E-3368376F74DB}" type="datetime6">
              <a:rPr lang="de-DE" smtClean="0"/>
              <a:t>Juli 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D1CBF6D-97A3-E149-8EE5-D4C8770779D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Commercial Plan 2025 - Overview</a:t>
            </a:r>
            <a:endParaRPr lang="de-DE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8D2C3F6-64D3-EE4A-855F-5F8DC7E6938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7BE2DD4-BA57-A44B-AE9C-259858BB85A4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2" name="Titel 27">
            <a:extLst>
              <a:ext uri="{FF2B5EF4-FFF2-40B4-BE49-F238E27FC236}">
                <a16:creationId xmlns:a16="http://schemas.microsoft.com/office/drawing/2014/main" id="{BD817CCE-D6E4-C1FE-665C-A4B119037C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765" y="368301"/>
            <a:ext cx="9554842" cy="1152524"/>
          </a:xfrm>
          <a:prstGeom prst="rect">
            <a:avLst/>
          </a:prstGeom>
        </p:spPr>
        <p:txBody>
          <a:bodyPr numCol="1" anchor="ctr"/>
          <a:lstStyle>
            <a:lvl1pPr>
              <a:defRPr>
                <a:latin typeface="Old Standard TT" panose="00000500000000000000" pitchFamily="2" charset="0"/>
              </a:defRPr>
            </a:lvl1pPr>
          </a:lstStyle>
          <a:p>
            <a:r>
              <a:rPr lang="de-DE"/>
              <a:t>Mastertitle Old Standard TT 38 Pt</a:t>
            </a:r>
          </a:p>
        </p:txBody>
      </p:sp>
    </p:spTree>
    <p:extLst>
      <p:ext uri="{BB962C8B-B14F-4D97-AF65-F5344CB8AC3E}">
        <p14:creationId xmlns:p14="http://schemas.microsoft.com/office/powerpoint/2010/main" val="30091421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0" descr="A person stretching her arms&#10;&#10;AI-generated content may be incorrect.">
            <a:extLst>
              <a:ext uri="{FF2B5EF4-FFF2-40B4-BE49-F238E27FC236}">
                <a16:creationId xmlns:a16="http://schemas.microsoft.com/office/drawing/2014/main" id="{73A23B96-09FA-D5DB-45DE-08DAFC903E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310" t="-5592" r="-3699" b="-3431"/>
          <a:stretch/>
        </p:blipFill>
        <p:spPr>
          <a:xfrm>
            <a:off x="7658100" y="0"/>
            <a:ext cx="4762499" cy="6629400"/>
          </a:xfrm>
          <a:prstGeom prst="parallelogram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6AC98E1-77E3-9544-F913-797F08AAE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A8C9-410C-3196-C7BF-7272F5D0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7092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D55FCDC-4D2B-2001-CD24-762AACE080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1906760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360" imgH="360" progId="TCLayout.ActiveDocument.1">
                  <p:embed/>
                </p:oleObj>
              </mc:Choice>
              <mc:Fallback>
                <p:oleObj name="think-cell Slide" r:id="rId31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55FCDC-4D2B-2001-CD24-762AACE08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18BFB-AF84-C72A-1E4D-7AD819639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54000"/>
            <a:ext cx="10515600" cy="64867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23593-F018-3CD0-7E8C-36CA2BF4E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825" y="1839913"/>
            <a:ext cx="11688763" cy="433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6D04F-2274-7958-130E-A6B200522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624" y="6308272"/>
            <a:ext cx="41148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24A10-00D9-642B-1BCC-B9AEA5CEB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5254" y="6308272"/>
            <a:ext cx="2743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2018A74-57E7-FA47-920F-AC5D56A57E21}" type="slidenum">
              <a:rPr lang="en-ES" smtClean="0"/>
              <a:pPr/>
              <a:t>‹nº›</a:t>
            </a:fld>
            <a:endParaRPr lang="en-E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DF1929-1DD1-A452-5416-8072E3FA2B2A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883900" y="382381"/>
            <a:ext cx="1057697" cy="1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0" r:id="rId2"/>
    <p:sldLayoutId id="2147483701" r:id="rId3"/>
    <p:sldLayoutId id="2147483674" r:id="rId4"/>
    <p:sldLayoutId id="2147483695" r:id="rId5"/>
    <p:sldLayoutId id="2147483692" r:id="rId6"/>
    <p:sldLayoutId id="2147483696" r:id="rId7"/>
    <p:sldLayoutId id="2147483702" r:id="rId8"/>
    <p:sldLayoutId id="2147483703" r:id="rId9"/>
    <p:sldLayoutId id="2147483706" r:id="rId10"/>
    <p:sldLayoutId id="2147483705" r:id="rId11"/>
    <p:sldLayoutId id="2147483676" r:id="rId12"/>
    <p:sldLayoutId id="2147483704" r:id="rId13"/>
    <p:sldLayoutId id="2147483677" r:id="rId14"/>
    <p:sldLayoutId id="2147483678" r:id="rId15"/>
    <p:sldLayoutId id="2147483679" r:id="rId16"/>
    <p:sldLayoutId id="2147483681" r:id="rId17"/>
    <p:sldLayoutId id="2147483682" r:id="rId18"/>
    <p:sldLayoutId id="2147483685" r:id="rId19"/>
    <p:sldLayoutId id="2147483684" r:id="rId20"/>
    <p:sldLayoutId id="2147483697" r:id="rId21"/>
    <p:sldLayoutId id="2147483687" r:id="rId22"/>
    <p:sldLayoutId id="2147483688" r:id="rId23"/>
    <p:sldLayoutId id="2147483689" r:id="rId24"/>
    <p:sldLayoutId id="2147483691" r:id="rId25"/>
    <p:sldLayoutId id="2147483690" r:id="rId26"/>
    <p:sldLayoutId id="2147483708" r:id="rId27"/>
    <p:sldLayoutId id="2147483712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SzPct val="105000"/>
        <a:buFont typeface="System Font Regular"/>
        <a:buChar char="⎼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SzPct val="105000"/>
        <a:buFont typeface="System Font Regular"/>
        <a:buChar char="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SzPct val="105000"/>
        <a:buFont typeface="System Font Regular"/>
        <a:buChar char="⎼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SzPct val="105000"/>
        <a:buFont typeface="System Font Regular"/>
        <a:buChar char="⎼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SzPct val="105000"/>
        <a:buFont typeface="System Font Regular"/>
        <a:buChar char="⎼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73" userDrawn="1">
          <p15:clr>
            <a:srgbClr val="F26B43"/>
          </p15:clr>
        </p15:guide>
        <p15:guide id="3" pos="158" userDrawn="1">
          <p15:clr>
            <a:srgbClr val="F26B43"/>
          </p15:clr>
        </p15:guide>
        <p15:guide id="4" pos="792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540" userDrawn="1">
          <p15:clr>
            <a:srgbClr val="F26B43"/>
          </p15:clr>
        </p15:guide>
        <p15:guide id="7" pos="1653" userDrawn="1">
          <p15:clr>
            <a:srgbClr val="F26B43"/>
          </p15:clr>
        </p15:guide>
        <p15:guide id="8" pos="2288" userDrawn="1">
          <p15:clr>
            <a:srgbClr val="F26B43"/>
          </p15:clr>
        </p15:guide>
        <p15:guide id="9" pos="2401" userDrawn="1">
          <p15:clr>
            <a:srgbClr val="F26B43"/>
          </p15:clr>
        </p15:guide>
        <p15:guide id="10" pos="3035" userDrawn="1">
          <p15:clr>
            <a:srgbClr val="F26B43"/>
          </p15:clr>
        </p15:guide>
        <p15:guide id="11" pos="3149" userDrawn="1">
          <p15:clr>
            <a:srgbClr val="F26B43"/>
          </p15:clr>
        </p15:guide>
        <p15:guide id="12" pos="3783" userDrawn="1">
          <p15:clr>
            <a:srgbClr val="F26B43"/>
          </p15:clr>
        </p15:guide>
        <p15:guide id="13" pos="3896" userDrawn="1">
          <p15:clr>
            <a:srgbClr val="F26B43"/>
          </p15:clr>
        </p15:guide>
        <p15:guide id="14" pos="4530" userDrawn="1">
          <p15:clr>
            <a:srgbClr val="F26B43"/>
          </p15:clr>
        </p15:guide>
        <p15:guide id="15" pos="4644" userDrawn="1">
          <p15:clr>
            <a:srgbClr val="F26B43"/>
          </p15:clr>
        </p15:guide>
        <p15:guide id="16" pos="5278" userDrawn="1">
          <p15:clr>
            <a:srgbClr val="F26B43"/>
          </p15:clr>
        </p15:guide>
        <p15:guide id="17" pos="5391" userDrawn="1">
          <p15:clr>
            <a:srgbClr val="F26B43"/>
          </p15:clr>
        </p15:guide>
        <p15:guide id="18" pos="6026" userDrawn="1">
          <p15:clr>
            <a:srgbClr val="F26B43"/>
          </p15:clr>
        </p15:guide>
        <p15:guide id="19" pos="6139" userDrawn="1">
          <p15:clr>
            <a:srgbClr val="F26B43"/>
          </p15:clr>
        </p15:guide>
        <p15:guide id="20" pos="6773" userDrawn="1">
          <p15:clr>
            <a:srgbClr val="F26B43"/>
          </p15:clr>
        </p15:guide>
        <p15:guide id="21" pos="6887" userDrawn="1">
          <p15:clr>
            <a:srgbClr val="F26B43"/>
          </p15:clr>
        </p15:guide>
        <p15:guide id="22" pos="7521" userDrawn="1">
          <p15:clr>
            <a:srgbClr val="F26B43"/>
          </p15:clr>
        </p15:guide>
        <p15:guide id="23" orient="horz" userDrawn="1">
          <p15:clr>
            <a:srgbClr val="F26B43"/>
          </p15:clr>
        </p15:guide>
        <p15:guide id="24" orient="horz" pos="4320" userDrawn="1">
          <p15:clr>
            <a:srgbClr val="F26B43"/>
          </p15:clr>
        </p15:guide>
        <p15:guide id="25" orient="horz" pos="158" userDrawn="1">
          <p15:clr>
            <a:srgbClr val="F26B43"/>
          </p15:clr>
        </p15:guide>
        <p15:guide id="26" orient="horz" pos="977" userDrawn="1">
          <p15:clr>
            <a:srgbClr val="F26B43"/>
          </p15:clr>
        </p15:guide>
        <p15:guide id="27" orient="horz" pos="1159" userDrawn="1">
          <p15:clr>
            <a:srgbClr val="F26B43"/>
          </p15:clr>
        </p15:guide>
        <p15:guide id="28" orient="horz" pos="1978" userDrawn="1">
          <p15:clr>
            <a:srgbClr val="F26B43"/>
          </p15:clr>
        </p15:guide>
        <p15:guide id="29" orient="horz" pos="2160" userDrawn="1">
          <p15:clr>
            <a:srgbClr val="F26B43"/>
          </p15:clr>
        </p15:guide>
        <p15:guide id="30" orient="horz" pos="2979" userDrawn="1">
          <p15:clr>
            <a:srgbClr val="F26B43"/>
          </p15:clr>
        </p15:guide>
        <p15:guide id="31" orient="horz" pos="3160" userDrawn="1">
          <p15:clr>
            <a:srgbClr val="F26B43"/>
          </p15:clr>
        </p15:guide>
        <p15:guide id="32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EFD49FF8-E128-7311-F836-6086CA5A7B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227D984-35C9-F1C7-823D-5EC4BF1C6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4FEED4D-D549-2ABC-B02F-87B18074A6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67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9B15E507-B8FE-F64B-7142-F6C364CADB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0C9D12C-47D0-957A-126D-2D5E9BD615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2</a:t>
            </a:fld>
            <a:endParaRPr lang="en-E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0DEB90-C038-47CF-BA0D-6ABC73362D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588757-AB3F-D6C9-B94F-5918E345E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D44BC21-2554-A331-723D-C5A108EACF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A1D1107-D4B8-7030-0932-A84E401F8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CD3D646E-7779-5173-C6BF-4D1EFA7651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0510E0B-6AD5-C5C7-F3D3-606891734E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3CB62323-AA61-35B4-CB34-A5797D444C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4EE04655-E471-105C-A48F-561C8AF8AEA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5BEF8A0-48C4-0D4D-7191-E00C9CBF4B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C6DE85B8-E63F-0B49-52E3-604020B86D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04C1D18F-998D-6558-3C27-92F682764C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D6380CD6-15CC-FD5C-37D1-363140A5598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69D5E3C1-546A-96CA-3312-F3477BECFC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62F60F47-D49A-21C8-3088-7E602576B3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AC3E364A-E89A-0A9C-5E75-E4F6E2532C2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1750773F-3D8A-E26D-446A-5D3C0AA916C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F0E331E7-A01E-5E6D-ADDD-F507E0D7AC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DB62B603-43C6-AA0D-6693-AFBBF0A3572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83EC62A1-849B-6616-7E97-BCF7E75FD22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22ADF852-C55F-37E9-3AA7-BB9C752501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901DA74D-EC31-E1A0-44E6-A70F3087B7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Título 24">
            <a:extLst>
              <a:ext uri="{FF2B5EF4-FFF2-40B4-BE49-F238E27FC236}">
                <a16:creationId xmlns:a16="http://schemas.microsoft.com/office/drawing/2014/main" id="{58EB19F8-3E07-0765-CE13-71AF5FA6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F23E7BCC-59D3-57E2-FBE0-A6FE85B888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764BCF6-1374-083D-2B7A-7520E2B09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3</a:t>
            </a:fld>
            <a:endParaRPr lang="en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DCBB649-6521-7257-587C-4E135FBA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39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4B4237A9-887E-61AA-091A-DA1BA7CF0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000F92E-D053-5EDD-87BF-43D3B9F0E4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18A74-57E7-FA47-920F-AC5D56A57E21}" type="slidenum">
              <a:rPr lang="en-ES" smtClean="0"/>
              <a:pPr/>
              <a:t>4</a:t>
            </a:fld>
            <a:endParaRPr lang="en-E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9647C5-BDDC-1143-F227-8ADD7BB14EC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C3B3F96-DA91-F658-5293-1A2006F4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543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692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DEBE5C"/>
      </a:dk2>
      <a:lt2>
        <a:srgbClr val="E8E8E8"/>
      </a:lt2>
      <a:accent1>
        <a:srgbClr val="BBD7F3"/>
      </a:accent1>
      <a:accent2>
        <a:srgbClr val="357ABE"/>
      </a:accent2>
      <a:accent3>
        <a:srgbClr val="000000"/>
      </a:accent3>
      <a:accent4>
        <a:srgbClr val="358D94"/>
      </a:accent4>
      <a:accent5>
        <a:srgbClr val="BD1041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OldStandardTT-Regular.ttf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-Light.ttf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22500a-6404-4073-b936-7b0359e74c3b" xsi:nil="true"/>
    <lcf76f155ced4ddcb4097134ff3c332f xmlns="80899c8b-b74e-4aaa-a63b-645fc099190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16AC91AB4DCE044A73C4F9A844FC6ED" ma:contentTypeVersion="19" ma:contentTypeDescription="Crie um novo documento." ma:contentTypeScope="" ma:versionID="b1c4b9cf8034a14bb86bf2895c16af0e">
  <xsd:schema xmlns:xsd="http://www.w3.org/2001/XMLSchema" xmlns:xs="http://www.w3.org/2001/XMLSchema" xmlns:p="http://schemas.microsoft.com/office/2006/metadata/properties" xmlns:ns2="80899c8b-b74e-4aaa-a63b-645fc099190b" xmlns:ns3="c322500a-6404-4073-b936-7b0359e74c3b" targetNamespace="http://schemas.microsoft.com/office/2006/metadata/properties" ma:root="true" ma:fieldsID="3c1b1915fd07b79ed4a7ff77ed8d0ccb" ns2:_="" ns3:_="">
    <xsd:import namespace="80899c8b-b74e-4aaa-a63b-645fc099190b"/>
    <xsd:import namespace="c322500a-6404-4073-b936-7b0359e74c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99c8b-b74e-4aaa-a63b-645fc09919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8774e29d-4089-49bb-856d-f48fe39e50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22500a-6404-4073-b936-7b0359e74c3b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iespalte &quot;Alle abfangen&quot;" ma:hidden="true" ma:list="{3ce0364e-be33-4ac0-bd27-e4b00486be1c}" ma:internalName="TaxCatchAll" ma:showField="CatchAllData" ma:web="c322500a-6404-4073-b936-7b0359e74c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EA1467-8F8E-448C-B92E-D153B5AA5D47}">
  <ds:schemaRefs>
    <ds:schemaRef ds:uri="80899c8b-b74e-4aaa-a63b-645fc099190b"/>
    <ds:schemaRef ds:uri="c322500a-6404-4073-b936-7b0359e74c3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4730942-0425-48F8-95FF-0BC07B1A2363}">
  <ds:schemaRefs>
    <ds:schemaRef ds:uri="80899c8b-b74e-4aaa-a63b-645fc099190b"/>
    <ds:schemaRef ds:uri="c322500a-6404-4073-b936-7b0359e74c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CBA5770-F2E5-445E-91AF-F207DBA0C2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Aptos</vt:lpstr>
      <vt:lpstr>Arial</vt:lpstr>
      <vt:lpstr>Old Standard TT</vt:lpstr>
      <vt:lpstr>Roboto Light</vt:lpstr>
      <vt:lpstr>Roboto Medium</vt:lpstr>
      <vt:lpstr>Roboto-Light.ttf</vt:lpstr>
      <vt:lpstr>Symbol</vt:lpstr>
      <vt:lpstr>System Font Regular</vt:lpstr>
      <vt:lpstr>Office Theme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Aguilera</dc:creator>
  <cp:lastModifiedBy>Pamela Woinarovicz Ramos</cp:lastModifiedBy>
  <cp:revision>3</cp:revision>
  <cp:lastPrinted>2025-05-12T07:32:56Z</cp:lastPrinted>
  <dcterms:created xsi:type="dcterms:W3CDTF">2025-03-13T09:00:44Z</dcterms:created>
  <dcterms:modified xsi:type="dcterms:W3CDTF">2026-07-15T12:59:35Z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0x010100816AC91AB4DCE044A73C4F9A844FC6ED</vt:lpwstr>
  </property>
</Properties>
</file>